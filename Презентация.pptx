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ppt/notesSlides/notesSlide9.xml" ContentType="application/vnd.openxmlformats-officedocument.presentationml.notesSlide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0.xml" ContentType="application/vnd.openxmlformats-officedocument.presentationml.notesSlide+xml"/>
  <Override PartName="/ppt/charts/chart10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  <p:sldId id="268" r:id="rId12"/>
    <p:sldId id="270" r:id="rId13"/>
    <p:sldId id="269" r:id="rId14"/>
    <p:sldId id="271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38B7A1C-9EEB-42C0-8520-6105A9B5EB03}">
          <p14:sldIdLst>
            <p14:sldId id="256"/>
            <p14:sldId id="257"/>
          </p14:sldIdLst>
        </p14:section>
        <p14:section name="ТЗ-1" id="{CC2C79C7-625D-4AC5-8112-0CDEC8C06683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ТЗ-2" id="{3CBE17D6-19FB-4400-969D-68524529532F}">
          <p14:sldIdLst>
            <p14:sldId id="265"/>
            <p14:sldId id="267"/>
            <p14:sldId id="268"/>
          </p14:sldIdLst>
        </p14:section>
        <p14:section name="ТЗ-3" id="{02889675-8D3C-43AD-B071-6EBD72AC411E}">
          <p14:sldIdLst>
            <p14:sldId id="270"/>
            <p14:sldId id="269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369" autoAdjust="0"/>
  </p:normalViewPr>
  <p:slideViewPr>
    <p:cSldViewPr snapToGrid="0">
      <p:cViewPr>
        <p:scale>
          <a:sx n="75" d="100"/>
          <a:sy n="75" d="100"/>
        </p:scale>
        <p:origin x="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настасия Коваленко" userId="16e07351bd01db83" providerId="LiveId" clId="{47F090E3-03BE-4F5A-B6E1-5845C0A47025}"/>
    <pc:docChg chg="undo custSel addSld delSld modSld sldOrd addSection modSection modShowInfo">
      <pc:chgData name="Анастасия Коваленко" userId="16e07351bd01db83" providerId="LiveId" clId="{47F090E3-03BE-4F5A-B6E1-5845C0A47025}" dt="2026-06-19T19:28:37.302" v="6063" actId="478"/>
      <pc:docMkLst>
        <pc:docMk/>
      </pc:docMkLst>
      <pc:sldChg chg="modSp new mod">
        <pc:chgData name="Анастасия Коваленко" userId="16e07351bd01db83" providerId="LiveId" clId="{47F090E3-03BE-4F5A-B6E1-5845C0A47025}" dt="2026-06-17T06:48:12.945" v="5607"/>
        <pc:sldMkLst>
          <pc:docMk/>
          <pc:sldMk cId="4012900596" sldId="256"/>
        </pc:sldMkLst>
        <pc:spChg chg="mod">
          <ac:chgData name="Анастасия Коваленко" userId="16e07351bd01db83" providerId="LiveId" clId="{47F090E3-03BE-4F5A-B6E1-5845C0A47025}" dt="2026-06-16T08:16:25.209" v="64" actId="1076"/>
          <ac:spMkLst>
            <pc:docMk/>
            <pc:sldMk cId="4012900596" sldId="256"/>
            <ac:spMk id="2" creationId="{3C6F4496-5D7A-41C4-98CF-EABF99D8C55C}"/>
          </ac:spMkLst>
        </pc:spChg>
        <pc:spChg chg="mod">
          <ac:chgData name="Анастасия Коваленко" userId="16e07351bd01db83" providerId="LiveId" clId="{47F090E3-03BE-4F5A-B6E1-5845C0A47025}" dt="2026-06-17T06:48:12.945" v="5607"/>
          <ac:spMkLst>
            <pc:docMk/>
            <pc:sldMk cId="4012900596" sldId="256"/>
            <ac:spMk id="3" creationId="{4F4980B6-079F-4B37-89DD-93590C9C3FC4}"/>
          </ac:spMkLst>
        </pc:spChg>
      </pc:sldChg>
      <pc:sldChg chg="addSp delSp modSp new mod ord modNotesTx">
        <pc:chgData name="Анастасия Коваленко" userId="16e07351bd01db83" providerId="LiveId" clId="{47F090E3-03BE-4F5A-B6E1-5845C0A47025}" dt="2026-06-17T06:50:37.444" v="5644" actId="1076"/>
        <pc:sldMkLst>
          <pc:docMk/>
          <pc:sldMk cId="3696153343" sldId="257"/>
        </pc:sldMkLst>
        <pc:spChg chg="del">
          <ac:chgData name="Анастасия Коваленко" userId="16e07351bd01db83" providerId="LiveId" clId="{47F090E3-03BE-4F5A-B6E1-5845C0A47025}" dt="2026-06-16T08:28:30.324" v="71" actId="478"/>
          <ac:spMkLst>
            <pc:docMk/>
            <pc:sldMk cId="3696153343" sldId="257"/>
            <ac:spMk id="2" creationId="{2BADC48C-0743-460E-B25C-0AE67F61FFBC}"/>
          </ac:spMkLst>
        </pc:spChg>
        <pc:spChg chg="del mod">
          <ac:chgData name="Анастасия Коваленко" userId="16e07351bd01db83" providerId="LiveId" clId="{47F090E3-03BE-4F5A-B6E1-5845C0A47025}" dt="2026-06-16T15:19:55.396" v="4854" actId="12084"/>
          <ac:spMkLst>
            <pc:docMk/>
            <pc:sldMk cId="3696153343" sldId="257"/>
            <ac:spMk id="3" creationId="{6D75C957-CFA0-4D0F-AA9B-9783F98BA0C1}"/>
          </ac:spMkLst>
        </pc:spChg>
        <pc:spChg chg="add del mod">
          <ac:chgData name="Анастасия Коваленко" userId="16e07351bd01db83" providerId="LiveId" clId="{47F090E3-03BE-4F5A-B6E1-5845C0A47025}" dt="2026-06-17T06:48:36.549" v="5611" actId="478"/>
          <ac:spMkLst>
            <pc:docMk/>
            <pc:sldMk cId="3696153343" sldId="257"/>
            <ac:spMk id="5" creationId="{83244C7D-66AB-427C-866E-43E6C6311C52}"/>
          </ac:spMkLst>
        </pc:spChg>
        <pc:spChg chg="add del mod">
          <ac:chgData name="Анастасия Коваленко" userId="16e07351bd01db83" providerId="LiveId" clId="{47F090E3-03BE-4F5A-B6E1-5845C0A47025}" dt="2026-06-17T06:50:08.759" v="5638" actId="12084"/>
          <ac:spMkLst>
            <pc:docMk/>
            <pc:sldMk cId="3696153343" sldId="257"/>
            <ac:spMk id="6" creationId="{64F57871-2C48-45DE-81E2-232E4A8FC3B6}"/>
          </ac:spMkLst>
        </pc:spChg>
        <pc:graphicFrameChg chg="add del mod">
          <ac:chgData name="Анастасия Коваленко" userId="16e07351bd01db83" providerId="LiveId" clId="{47F090E3-03BE-4F5A-B6E1-5845C0A47025}" dt="2026-06-17T06:50:01.810" v="5636" actId="12084"/>
          <ac:graphicFrameMkLst>
            <pc:docMk/>
            <pc:sldMk cId="3696153343" sldId="257"/>
            <ac:graphicFrameMk id="3" creationId="{570AD6D0-4A5C-4426-9AC8-43EEF729DFB5}"/>
          </ac:graphicFrameMkLst>
        </pc:graphicFrameChg>
        <pc:graphicFrameChg chg="add del mod">
          <ac:chgData name="Анастасия Коваленко" userId="16e07351bd01db83" providerId="LiveId" clId="{47F090E3-03BE-4F5A-B6E1-5845C0A47025}" dt="2026-06-17T06:48:30.004" v="5608" actId="478"/>
          <ac:graphicFrameMkLst>
            <pc:docMk/>
            <pc:sldMk cId="3696153343" sldId="257"/>
            <ac:graphicFrameMk id="4" creationId="{EB5686A2-D84A-49B4-8494-173AD43D0F71}"/>
          </ac:graphicFrameMkLst>
        </pc:graphicFrameChg>
        <pc:graphicFrameChg chg="add mod">
          <ac:chgData name="Анастасия Коваленко" userId="16e07351bd01db83" providerId="LiveId" clId="{47F090E3-03BE-4F5A-B6E1-5845C0A47025}" dt="2026-06-17T06:50:37.444" v="5644" actId="1076"/>
          <ac:graphicFrameMkLst>
            <pc:docMk/>
            <pc:sldMk cId="3696153343" sldId="257"/>
            <ac:graphicFrameMk id="7" creationId="{57B82F1F-00A8-435E-8714-1FDCB76EB176}"/>
          </ac:graphicFrameMkLst>
        </pc:graphicFrameChg>
      </pc:sldChg>
      <pc:sldChg chg="addSp modSp add mod modShow modNotesTx">
        <pc:chgData name="Анастасия Коваленко" userId="16e07351bd01db83" providerId="LiveId" clId="{47F090E3-03BE-4F5A-B6E1-5845C0A47025}" dt="2026-06-19T19:20:42.659" v="5979" actId="14100"/>
        <pc:sldMkLst>
          <pc:docMk/>
          <pc:sldMk cId="2630535135" sldId="258"/>
        </pc:sldMkLst>
        <pc:spChg chg="mod">
          <ac:chgData name="Анастасия Коваленко" userId="16e07351bd01db83" providerId="LiveId" clId="{47F090E3-03BE-4F5A-B6E1-5845C0A47025}" dt="2026-06-19T19:20:06.812" v="5949" actId="14100"/>
          <ac:spMkLst>
            <pc:docMk/>
            <pc:sldMk cId="2630535135" sldId="258"/>
            <ac:spMk id="3" creationId="{6D75C957-CFA0-4D0F-AA9B-9783F98BA0C1}"/>
          </ac:spMkLst>
        </pc:spChg>
        <pc:spChg chg="add mod">
          <ac:chgData name="Анастасия Коваленко" userId="16e07351bd01db83" providerId="LiveId" clId="{47F090E3-03BE-4F5A-B6E1-5845C0A47025}" dt="2026-06-19T19:20:42.659" v="5979" actId="14100"/>
          <ac:spMkLst>
            <pc:docMk/>
            <pc:sldMk cId="2630535135" sldId="258"/>
            <ac:spMk id="5" creationId="{3D4CAEA3-C15B-4C3A-B720-1271C7425817}"/>
          </ac:spMkLst>
        </pc:spChg>
        <pc:graphicFrameChg chg="add mod">
          <ac:chgData name="Анастасия Коваленко" userId="16e07351bd01db83" providerId="LiveId" clId="{47F090E3-03BE-4F5A-B6E1-5845C0A47025}" dt="2026-06-19T19:20:09.972" v="5950" actId="1076"/>
          <ac:graphicFrameMkLst>
            <pc:docMk/>
            <pc:sldMk cId="2630535135" sldId="258"/>
            <ac:graphicFrameMk id="4" creationId="{C1001540-39AB-4C06-9B0E-ED0C89B25148}"/>
          </ac:graphicFrameMkLst>
        </pc:graphicFrameChg>
      </pc:sldChg>
      <pc:sldChg chg="add del modNotesTx">
        <pc:chgData name="Анастасия Коваленко" userId="16e07351bd01db83" providerId="LiveId" clId="{47F090E3-03BE-4F5A-B6E1-5845C0A47025}" dt="2026-06-16T10:04:21.787" v="950" actId="47"/>
        <pc:sldMkLst>
          <pc:docMk/>
          <pc:sldMk cId="2594808" sldId="259"/>
        </pc:sldMkLst>
      </pc:sldChg>
      <pc:sldChg chg="addSp delSp modSp add mod modNotesTx">
        <pc:chgData name="Анастасия Коваленко" userId="16e07351bd01db83" providerId="LiveId" clId="{47F090E3-03BE-4F5A-B6E1-5845C0A47025}" dt="2026-06-19T19:22:11.405" v="5987"/>
        <pc:sldMkLst>
          <pc:docMk/>
          <pc:sldMk cId="1339834360" sldId="259"/>
        </pc:sldMkLst>
        <pc:spChg chg="mod">
          <ac:chgData name="Анастасия Коваленко" userId="16e07351bd01db83" providerId="LiveId" clId="{47F090E3-03BE-4F5A-B6E1-5845C0A47025}" dt="2026-06-19T19:22:11.405" v="5987"/>
          <ac:spMkLst>
            <pc:docMk/>
            <pc:sldMk cId="1339834360" sldId="259"/>
            <ac:spMk id="3" creationId="{6D75C957-CFA0-4D0F-AA9B-9783F98BA0C1}"/>
          </ac:spMkLst>
        </pc:spChg>
        <pc:graphicFrameChg chg="del">
          <ac:chgData name="Анастасия Коваленко" userId="16e07351bd01db83" providerId="LiveId" clId="{47F090E3-03BE-4F5A-B6E1-5845C0A47025}" dt="2026-06-16T10:40:39.043" v="954" actId="478"/>
          <ac:graphicFrameMkLst>
            <pc:docMk/>
            <pc:sldMk cId="1339834360" sldId="259"/>
            <ac:graphicFrameMk id="4" creationId="{C1001540-39AB-4C06-9B0E-ED0C89B25148}"/>
          </ac:graphicFrameMkLst>
        </pc:graphicFrameChg>
        <pc:graphicFrameChg chg="add del mod">
          <ac:chgData name="Анастасия Коваленко" userId="16e07351bd01db83" providerId="LiveId" clId="{47F090E3-03BE-4F5A-B6E1-5845C0A47025}" dt="2026-06-16T10:44:14.330" v="1068" actId="478"/>
          <ac:graphicFrameMkLst>
            <pc:docMk/>
            <pc:sldMk cId="1339834360" sldId="259"/>
            <ac:graphicFrameMk id="5" creationId="{658006DE-1AEE-4AD4-AD4F-D9EFFFFD346D}"/>
          </ac:graphicFrameMkLst>
        </pc:graphicFrameChg>
        <pc:graphicFrameChg chg="add del mod">
          <ac:chgData name="Анастасия Коваленко" userId="16e07351bd01db83" providerId="LiveId" clId="{47F090E3-03BE-4F5A-B6E1-5845C0A47025}" dt="2026-06-16T10:44:16.085" v="1069" actId="478"/>
          <ac:graphicFrameMkLst>
            <pc:docMk/>
            <pc:sldMk cId="1339834360" sldId="259"/>
            <ac:graphicFrameMk id="6" creationId="{961E3A1F-0392-4F0E-BD3E-CD7803AB47CB}"/>
          </ac:graphicFrameMkLst>
        </pc:graphicFrameChg>
        <pc:graphicFrameChg chg="add del mod">
          <ac:chgData name="Анастасия Коваленко" userId="16e07351bd01db83" providerId="LiveId" clId="{47F090E3-03BE-4F5A-B6E1-5845C0A47025}" dt="2026-06-19T19:21:15.583" v="5984" actId="478"/>
          <ac:graphicFrameMkLst>
            <pc:docMk/>
            <pc:sldMk cId="1339834360" sldId="259"/>
            <ac:graphicFrameMk id="7" creationId="{46ADEAAE-5760-4503-BDF5-264FB11C170D}"/>
          </ac:graphicFrameMkLst>
        </pc:graphicFrameChg>
        <pc:graphicFrameChg chg="add del mod">
          <ac:chgData name="Анастасия Коваленко" userId="16e07351bd01db83" providerId="LiveId" clId="{47F090E3-03BE-4F5A-B6E1-5845C0A47025}" dt="2026-06-19T19:21:36.206" v="5986"/>
          <ac:graphicFrameMkLst>
            <pc:docMk/>
            <pc:sldMk cId="1339834360" sldId="259"/>
            <ac:graphicFrameMk id="8" creationId="{926C6865-021F-4E51-8D9E-39E02A098D47}"/>
          </ac:graphicFrameMkLst>
        </pc:graphicFrameChg>
      </pc:sldChg>
      <pc:sldChg chg="addSp delSp modSp add mod modNotesTx">
        <pc:chgData name="Анастасия Коваленко" userId="16e07351bd01db83" providerId="LiveId" clId="{47F090E3-03BE-4F5A-B6E1-5845C0A47025}" dt="2026-06-19T19:23:48.241" v="6031" actId="20577"/>
        <pc:sldMkLst>
          <pc:docMk/>
          <pc:sldMk cId="318282041" sldId="260"/>
        </pc:sldMkLst>
        <pc:spChg chg="mod">
          <ac:chgData name="Анастасия Коваленко" userId="16e07351bd01db83" providerId="LiveId" clId="{47F090E3-03BE-4F5A-B6E1-5845C0A47025}" dt="2026-06-19T19:23:48.241" v="6031" actId="20577"/>
          <ac:spMkLst>
            <pc:docMk/>
            <pc:sldMk cId="318282041" sldId="260"/>
            <ac:spMk id="3" creationId="{6D75C957-CFA0-4D0F-AA9B-9783F98BA0C1}"/>
          </ac:spMkLst>
        </pc:spChg>
        <pc:graphicFrameChg chg="add del mod">
          <ac:chgData name="Анастасия Коваленко" userId="16e07351bd01db83" providerId="LiveId" clId="{47F090E3-03BE-4F5A-B6E1-5845C0A47025}" dt="2026-06-19T19:22:46.566" v="5988" actId="478"/>
          <ac:graphicFrameMkLst>
            <pc:docMk/>
            <pc:sldMk cId="318282041" sldId="260"/>
            <ac:graphicFrameMk id="5" creationId="{658006DE-1AEE-4AD4-AD4F-D9EFFFFD346D}"/>
          </ac:graphicFrameMkLst>
        </pc:graphicFrameChg>
        <pc:graphicFrameChg chg="add mod">
          <ac:chgData name="Анастасия Коваленко" userId="16e07351bd01db83" providerId="LiveId" clId="{47F090E3-03BE-4F5A-B6E1-5845C0A47025}" dt="2026-06-19T19:22:58.617" v="5990"/>
          <ac:graphicFrameMkLst>
            <pc:docMk/>
            <pc:sldMk cId="318282041" sldId="260"/>
            <ac:graphicFrameMk id="6" creationId="{961E3A1F-0392-4F0E-BD3E-CD7803AB47CB}"/>
          </ac:graphicFrameMkLst>
        </pc:graphicFrameChg>
        <pc:graphicFrameChg chg="del">
          <ac:chgData name="Анастасия Коваленко" userId="16e07351bd01db83" providerId="LiveId" clId="{47F090E3-03BE-4F5A-B6E1-5845C0A47025}" dt="2026-06-16T10:54:13.121" v="1577" actId="478"/>
          <ac:graphicFrameMkLst>
            <pc:docMk/>
            <pc:sldMk cId="318282041" sldId="260"/>
            <ac:graphicFrameMk id="7" creationId="{46ADEAAE-5760-4503-BDF5-264FB11C170D}"/>
          </ac:graphicFrameMkLst>
        </pc:graphicFrameChg>
        <pc:graphicFrameChg chg="del">
          <ac:chgData name="Анастасия Коваленко" userId="16e07351bd01db83" providerId="LiveId" clId="{47F090E3-03BE-4F5A-B6E1-5845C0A47025}" dt="2026-06-16T10:54:40.679" v="1585" actId="478"/>
          <ac:graphicFrameMkLst>
            <pc:docMk/>
            <pc:sldMk cId="318282041" sldId="260"/>
            <ac:graphicFrameMk id="8" creationId="{926C6865-021F-4E51-8D9E-39E02A098D47}"/>
          </ac:graphicFrameMkLst>
        </pc:graphicFrameChg>
      </pc:sldChg>
      <pc:sldChg chg="addSp delSp modSp add mod ord modNotesTx">
        <pc:chgData name="Анастасия Коваленко" userId="16e07351bd01db83" providerId="LiveId" clId="{47F090E3-03BE-4F5A-B6E1-5845C0A47025}" dt="2026-06-19T19:25:32.525" v="6047" actId="1076"/>
        <pc:sldMkLst>
          <pc:docMk/>
          <pc:sldMk cId="2934668417" sldId="261"/>
        </pc:sldMkLst>
        <pc:spChg chg="mod">
          <ac:chgData name="Анастасия Коваленко" userId="16e07351bd01db83" providerId="LiveId" clId="{47F090E3-03BE-4F5A-B6E1-5845C0A47025}" dt="2026-06-19T19:25:22.583" v="6044" actId="6549"/>
          <ac:spMkLst>
            <pc:docMk/>
            <pc:sldMk cId="2934668417" sldId="261"/>
            <ac:spMk id="3" creationId="{6D75C957-CFA0-4D0F-AA9B-9783F98BA0C1}"/>
          </ac:spMkLst>
        </pc:spChg>
        <pc:spChg chg="add mod">
          <ac:chgData name="Анастасия Коваленко" userId="16e07351bd01db83" providerId="LiveId" clId="{47F090E3-03BE-4F5A-B6E1-5845C0A47025}" dt="2026-06-19T19:25:32.525" v="6047" actId="1076"/>
          <ac:spMkLst>
            <pc:docMk/>
            <pc:sldMk cId="2934668417" sldId="261"/>
            <ac:spMk id="6" creationId="{B1B72625-3FE6-499D-B9FD-853479808227}"/>
          </ac:spMkLst>
        </pc:spChg>
        <pc:spChg chg="add del mod">
          <ac:chgData name="Анастасия Коваленко" userId="16e07351bd01db83" providerId="LiveId" clId="{47F090E3-03BE-4F5A-B6E1-5845C0A47025}" dt="2026-06-16T11:54:52.656" v="2656" actId="478"/>
          <ac:spMkLst>
            <pc:docMk/>
            <pc:sldMk cId="2934668417" sldId="261"/>
            <ac:spMk id="9" creationId="{A3D39AA1-6238-4798-A857-EC5CF75DB781}"/>
          </ac:spMkLst>
        </pc:spChg>
        <pc:spChg chg="add del mod">
          <ac:chgData name="Анастасия Коваленко" userId="16e07351bd01db83" providerId="LiveId" clId="{47F090E3-03BE-4F5A-B6E1-5845C0A47025}" dt="2026-06-17T07:07:11.909" v="5679" actId="478"/>
          <ac:spMkLst>
            <pc:docMk/>
            <pc:sldMk cId="2934668417" sldId="261"/>
            <ac:spMk id="10" creationId="{8ADCB07D-4D4E-4E10-B284-E7D8A76B5452}"/>
          </ac:spMkLst>
        </pc:spChg>
        <pc:graphicFrameChg chg="add del mod modGraphic">
          <ac:chgData name="Анастасия Коваленко" userId="16e07351bd01db83" providerId="LiveId" clId="{47F090E3-03BE-4F5A-B6E1-5845C0A47025}" dt="2026-06-16T11:54:50.829" v="2655" actId="478"/>
          <ac:graphicFrameMkLst>
            <pc:docMk/>
            <pc:sldMk cId="2934668417" sldId="261"/>
            <ac:graphicFrameMk id="2" creationId="{4B92CBCB-D331-47B7-811A-5715DF1B824A}"/>
          </ac:graphicFrameMkLst>
        </pc:graphicFrameChg>
        <pc:graphicFrameChg chg="add mod">
          <ac:chgData name="Анастасия Коваленко" userId="16e07351bd01db83" providerId="LiveId" clId="{47F090E3-03BE-4F5A-B6E1-5845C0A47025}" dt="2026-06-19T19:25:25.052" v="6045" actId="1076"/>
          <ac:graphicFrameMkLst>
            <pc:docMk/>
            <pc:sldMk cId="2934668417" sldId="261"/>
            <ac:graphicFrameMk id="5" creationId="{C0FD8441-2854-4DCC-B4B3-F4746A7E83B2}"/>
          </ac:graphicFrameMkLst>
        </pc:graphicFrameChg>
        <pc:graphicFrameChg chg="del">
          <ac:chgData name="Анастасия Коваленко" userId="16e07351bd01db83" providerId="LiveId" clId="{47F090E3-03BE-4F5A-B6E1-5845C0A47025}" dt="2026-06-16T11:25:37.730" v="2205" actId="478"/>
          <ac:graphicFrameMkLst>
            <pc:docMk/>
            <pc:sldMk cId="2934668417" sldId="261"/>
            <ac:graphicFrameMk id="7" creationId="{46ADEAAE-5760-4503-BDF5-264FB11C170D}"/>
          </ac:graphicFrameMkLst>
        </pc:graphicFrameChg>
        <pc:graphicFrameChg chg="del">
          <ac:chgData name="Анастасия Коваленко" userId="16e07351bd01db83" providerId="LiveId" clId="{47F090E3-03BE-4F5A-B6E1-5845C0A47025}" dt="2026-06-16T11:25:39.505" v="2206" actId="478"/>
          <ac:graphicFrameMkLst>
            <pc:docMk/>
            <pc:sldMk cId="2934668417" sldId="261"/>
            <ac:graphicFrameMk id="8" creationId="{926C6865-021F-4E51-8D9E-39E02A098D47}"/>
          </ac:graphicFrameMkLst>
        </pc:graphicFrameChg>
        <pc:graphicFrameChg chg="add del mod">
          <ac:chgData name="Анастасия Коваленко" userId="16e07351bd01db83" providerId="LiveId" clId="{47F090E3-03BE-4F5A-B6E1-5845C0A47025}" dt="2026-06-17T07:07:06.027" v="5677" actId="478"/>
          <ac:graphicFrameMkLst>
            <pc:docMk/>
            <pc:sldMk cId="2934668417" sldId="261"/>
            <ac:graphicFrameMk id="11" creationId="{E0E19569-BE4C-45EE-8095-88605D798EB6}"/>
          </ac:graphicFrameMkLst>
        </pc:graphicFrameChg>
      </pc:sldChg>
      <pc:sldChg chg="add del">
        <pc:chgData name="Анастасия Коваленко" userId="16e07351bd01db83" providerId="LiveId" clId="{47F090E3-03BE-4F5A-B6E1-5845C0A47025}" dt="2026-06-16T11:05:18.155" v="1640" actId="2890"/>
        <pc:sldMkLst>
          <pc:docMk/>
          <pc:sldMk cId="3612407068" sldId="261"/>
        </pc:sldMkLst>
      </pc:sldChg>
      <pc:sldChg chg="addSp delSp modSp add mod modNotesTx">
        <pc:chgData name="Анастасия Коваленко" userId="16e07351bd01db83" providerId="LiveId" clId="{47F090E3-03BE-4F5A-B6E1-5845C0A47025}" dt="2026-06-19T19:26:07.999" v="6051" actId="1076"/>
        <pc:sldMkLst>
          <pc:docMk/>
          <pc:sldMk cId="28385835" sldId="262"/>
        </pc:sldMkLst>
        <pc:spChg chg="mod">
          <ac:chgData name="Анастасия Коваленко" userId="16e07351bd01db83" providerId="LiveId" clId="{47F090E3-03BE-4F5A-B6E1-5845C0A47025}" dt="2026-06-19T19:25:55.504" v="6050" actId="20577"/>
          <ac:spMkLst>
            <pc:docMk/>
            <pc:sldMk cId="28385835" sldId="262"/>
            <ac:spMk id="3" creationId="{6D75C957-CFA0-4D0F-AA9B-9783F98BA0C1}"/>
          </ac:spMkLst>
        </pc:spChg>
        <pc:spChg chg="del">
          <ac:chgData name="Анастасия Коваленко" userId="16e07351bd01db83" providerId="LiveId" clId="{47F090E3-03BE-4F5A-B6E1-5845C0A47025}" dt="2026-06-16T13:17:02.597" v="2768" actId="478"/>
          <ac:spMkLst>
            <pc:docMk/>
            <pc:sldMk cId="28385835" sldId="262"/>
            <ac:spMk id="10" creationId="{8ADCB07D-4D4E-4E10-B284-E7D8A76B5452}"/>
          </ac:spMkLst>
        </pc:spChg>
        <pc:graphicFrameChg chg="del">
          <ac:chgData name="Анастасия Коваленко" userId="16e07351bd01db83" providerId="LiveId" clId="{47F090E3-03BE-4F5A-B6E1-5845C0A47025}" dt="2026-06-16T13:16:58.857" v="2767" actId="478"/>
          <ac:graphicFrameMkLst>
            <pc:docMk/>
            <pc:sldMk cId="28385835" sldId="262"/>
            <ac:graphicFrameMk id="5" creationId="{C0FD8441-2854-4DCC-B4B3-F4746A7E83B2}"/>
          </ac:graphicFrameMkLst>
        </pc:graphicFrameChg>
        <pc:graphicFrameChg chg="add mod">
          <ac:chgData name="Анастасия Коваленко" userId="16e07351bd01db83" providerId="LiveId" clId="{47F090E3-03BE-4F5A-B6E1-5845C0A47025}" dt="2026-06-19T19:26:07.999" v="6051" actId="1076"/>
          <ac:graphicFrameMkLst>
            <pc:docMk/>
            <pc:sldMk cId="28385835" sldId="262"/>
            <ac:graphicFrameMk id="6" creationId="{086CAF3D-1C47-460F-8F67-2EE4FDFEC07C}"/>
          </ac:graphicFrameMkLst>
        </pc:graphicFrameChg>
        <pc:graphicFrameChg chg="del">
          <ac:chgData name="Анастасия Коваленко" userId="16e07351bd01db83" providerId="LiveId" clId="{47F090E3-03BE-4F5A-B6E1-5845C0A47025}" dt="2026-06-16T13:16:56.976" v="2766" actId="478"/>
          <ac:graphicFrameMkLst>
            <pc:docMk/>
            <pc:sldMk cId="28385835" sldId="262"/>
            <ac:graphicFrameMk id="11" creationId="{E0E19569-BE4C-45EE-8095-88605D798EB6}"/>
          </ac:graphicFrameMkLst>
        </pc:graphicFrameChg>
      </pc:sldChg>
      <pc:sldChg chg="delSp modSp add del mod">
        <pc:chgData name="Анастасия Коваленко" userId="16e07351bd01db83" providerId="LiveId" clId="{47F090E3-03BE-4F5A-B6E1-5845C0A47025}" dt="2026-06-16T13:15:18.982" v="2763" actId="47"/>
        <pc:sldMkLst>
          <pc:docMk/>
          <pc:sldMk cId="3297478009" sldId="262"/>
        </pc:sldMkLst>
        <pc:spChg chg="del mod">
          <ac:chgData name="Анастасия Коваленко" userId="16e07351bd01db83" providerId="LiveId" clId="{47F090E3-03BE-4F5A-B6E1-5845C0A47025}" dt="2026-06-16T13:13:37.186" v="2748" actId="478"/>
          <ac:spMkLst>
            <pc:docMk/>
            <pc:sldMk cId="3297478009" sldId="262"/>
            <ac:spMk id="3" creationId="{6D75C957-CFA0-4D0F-AA9B-9783F98BA0C1}"/>
          </ac:spMkLst>
        </pc:spChg>
        <pc:spChg chg="mod">
          <ac:chgData name="Анастасия Коваленко" userId="16e07351bd01db83" providerId="LiveId" clId="{47F090E3-03BE-4F5A-B6E1-5845C0A47025}" dt="2026-06-16T13:13:43.441" v="2749" actId="1076"/>
          <ac:spMkLst>
            <pc:docMk/>
            <pc:sldMk cId="3297478009" sldId="262"/>
            <ac:spMk id="9" creationId="{A3D39AA1-6238-4798-A857-EC5CF75DB781}"/>
          </ac:spMkLst>
        </pc:spChg>
        <pc:graphicFrameChg chg="del">
          <ac:chgData name="Анастасия Коваленко" userId="16e07351bd01db83" providerId="LiveId" clId="{47F090E3-03BE-4F5A-B6E1-5845C0A47025}" dt="2026-06-16T13:13:29.151" v="2746" actId="478"/>
          <ac:graphicFrameMkLst>
            <pc:docMk/>
            <pc:sldMk cId="3297478009" sldId="262"/>
            <ac:graphicFrameMk id="5" creationId="{C0FD8441-2854-4DCC-B4B3-F4746A7E83B2}"/>
          </ac:graphicFrameMkLst>
        </pc:graphicFrameChg>
      </pc:sldChg>
      <pc:sldChg chg="addSp delSp modSp add mod modNotesTx">
        <pc:chgData name="Анастасия Коваленко" userId="16e07351bd01db83" providerId="LiveId" clId="{47F090E3-03BE-4F5A-B6E1-5845C0A47025}" dt="2026-06-19T19:17:22.325" v="5890" actId="20577"/>
        <pc:sldMkLst>
          <pc:docMk/>
          <pc:sldMk cId="54063093" sldId="263"/>
        </pc:sldMkLst>
        <pc:spChg chg="mod">
          <ac:chgData name="Анастасия Коваленко" userId="16e07351bd01db83" providerId="LiveId" clId="{47F090E3-03BE-4F5A-B6E1-5845C0A47025}" dt="2026-06-17T07:26:13.299" v="5761" actId="404"/>
          <ac:spMkLst>
            <pc:docMk/>
            <pc:sldMk cId="54063093" sldId="263"/>
            <ac:spMk id="3" creationId="{6D75C957-CFA0-4D0F-AA9B-9783F98BA0C1}"/>
          </ac:spMkLst>
        </pc:spChg>
        <pc:graphicFrameChg chg="add mod">
          <ac:chgData name="Анастасия Коваленко" userId="16e07351bd01db83" providerId="LiveId" clId="{47F090E3-03BE-4F5A-B6E1-5845C0A47025}" dt="2026-06-19T19:17:15.265" v="5884" actId="20577"/>
          <ac:graphicFrameMkLst>
            <pc:docMk/>
            <pc:sldMk cId="54063093" sldId="263"/>
            <ac:graphicFrameMk id="4" creationId="{5407CCB1-A5D7-48A6-867A-3F1335E08908}"/>
          </ac:graphicFrameMkLst>
        </pc:graphicFrameChg>
        <pc:graphicFrameChg chg="add mod">
          <ac:chgData name="Анастасия Коваленко" userId="16e07351bd01db83" providerId="LiveId" clId="{47F090E3-03BE-4F5A-B6E1-5845C0A47025}" dt="2026-06-19T19:17:22.325" v="5890" actId="20577"/>
          <ac:graphicFrameMkLst>
            <pc:docMk/>
            <pc:sldMk cId="54063093" sldId="263"/>
            <ac:graphicFrameMk id="5" creationId="{3C2A2D80-F560-4F88-B267-67F3B15BCD6D}"/>
          </ac:graphicFrameMkLst>
        </pc:graphicFrameChg>
        <pc:graphicFrameChg chg="del">
          <ac:chgData name="Анастасия Коваленко" userId="16e07351bd01db83" providerId="LiveId" clId="{47F090E3-03BE-4F5A-B6E1-5845C0A47025}" dt="2026-06-16T13:28:44.330" v="3009" actId="478"/>
          <ac:graphicFrameMkLst>
            <pc:docMk/>
            <pc:sldMk cId="54063093" sldId="263"/>
            <ac:graphicFrameMk id="6" creationId="{086CAF3D-1C47-460F-8F67-2EE4FDFEC07C}"/>
          </ac:graphicFrameMkLst>
        </pc:graphicFrameChg>
        <pc:graphicFrameChg chg="add del mod">
          <ac:chgData name="Анастасия Коваленко" userId="16e07351bd01db83" providerId="LiveId" clId="{47F090E3-03BE-4F5A-B6E1-5845C0A47025}" dt="2026-06-16T13:32:39.440" v="3121" actId="478"/>
          <ac:graphicFrameMkLst>
            <pc:docMk/>
            <pc:sldMk cId="54063093" sldId="263"/>
            <ac:graphicFrameMk id="7" creationId="{C3362E9C-9AEB-4466-85E2-765D960D442B}"/>
          </ac:graphicFrameMkLst>
        </pc:graphicFrameChg>
      </pc:sldChg>
      <pc:sldChg chg="addSp delSp modSp add del mod ord modNotesTx">
        <pc:chgData name="Анастасия Коваленко" userId="16e07351bd01db83" providerId="LiveId" clId="{47F090E3-03BE-4F5A-B6E1-5845C0A47025}" dt="2026-06-17T07:21:56.818" v="5736" actId="2696"/>
        <pc:sldMkLst>
          <pc:docMk/>
          <pc:sldMk cId="3292020064" sldId="264"/>
        </pc:sldMkLst>
        <pc:spChg chg="mod">
          <ac:chgData name="Анастасия Коваленко" userId="16e07351bd01db83" providerId="LiveId" clId="{47F090E3-03BE-4F5A-B6E1-5845C0A47025}" dt="2026-06-17T07:20:30.293" v="5728" actId="123"/>
          <ac:spMkLst>
            <pc:docMk/>
            <pc:sldMk cId="3292020064" sldId="264"/>
            <ac:spMk id="3" creationId="{6D75C957-CFA0-4D0F-AA9B-9783F98BA0C1}"/>
          </ac:spMkLst>
        </pc:spChg>
        <pc:graphicFrameChg chg="del">
          <ac:chgData name="Анастасия Коваленко" userId="16e07351bd01db83" providerId="LiveId" clId="{47F090E3-03BE-4F5A-B6E1-5845C0A47025}" dt="2026-06-16T13:54:32.488" v="3698" actId="478"/>
          <ac:graphicFrameMkLst>
            <pc:docMk/>
            <pc:sldMk cId="3292020064" sldId="264"/>
            <ac:graphicFrameMk id="4" creationId="{C1001540-39AB-4C06-9B0E-ED0C89B25148}"/>
          </ac:graphicFrameMkLst>
        </pc:graphicFrameChg>
        <pc:graphicFrameChg chg="add mod">
          <ac:chgData name="Анастасия Коваленко" userId="16e07351bd01db83" providerId="LiveId" clId="{47F090E3-03BE-4F5A-B6E1-5845C0A47025}" dt="2026-06-16T14:22:43.129" v="3844" actId="1076"/>
          <ac:graphicFrameMkLst>
            <pc:docMk/>
            <pc:sldMk cId="3292020064" sldId="264"/>
            <ac:graphicFrameMk id="5" creationId="{85258EB6-5640-46BE-AC34-C9A458D48951}"/>
          </ac:graphicFrameMkLst>
        </pc:graphicFrameChg>
      </pc:sldChg>
      <pc:sldChg chg="addSp delSp modSp add mod modNotesTx">
        <pc:chgData name="Анастасия Коваленко" userId="16e07351bd01db83" providerId="LiveId" clId="{47F090E3-03BE-4F5A-B6E1-5845C0A47025}" dt="2026-06-19T19:27:10.763" v="6054" actId="14100"/>
        <pc:sldMkLst>
          <pc:docMk/>
          <pc:sldMk cId="332751554" sldId="265"/>
        </pc:sldMkLst>
        <pc:spChg chg="mod">
          <ac:chgData name="Анастасия Коваленко" userId="16e07351bd01db83" providerId="LiveId" clId="{47F090E3-03BE-4F5A-B6E1-5845C0A47025}" dt="2026-06-19T19:27:06.168" v="6052"/>
          <ac:spMkLst>
            <pc:docMk/>
            <pc:sldMk cId="332751554" sldId="265"/>
            <ac:spMk id="3" creationId="{6D75C957-CFA0-4D0F-AA9B-9783F98BA0C1}"/>
          </ac:spMkLst>
        </pc:spChg>
        <pc:graphicFrameChg chg="add mod">
          <ac:chgData name="Анастасия Коваленко" userId="16e07351bd01db83" providerId="LiveId" clId="{47F090E3-03BE-4F5A-B6E1-5845C0A47025}" dt="2026-06-19T19:27:10.763" v="6054" actId="14100"/>
          <ac:graphicFrameMkLst>
            <pc:docMk/>
            <pc:sldMk cId="332751554" sldId="265"/>
            <ac:graphicFrameMk id="4" creationId="{DA6D828B-F153-46EF-A57D-951389236487}"/>
          </ac:graphicFrameMkLst>
        </pc:graphicFrameChg>
        <pc:graphicFrameChg chg="del">
          <ac:chgData name="Анастасия Коваленко" userId="16e07351bd01db83" providerId="LiveId" clId="{47F090E3-03BE-4F5A-B6E1-5845C0A47025}" dt="2026-06-16T14:22:17.020" v="3837" actId="478"/>
          <ac:graphicFrameMkLst>
            <pc:docMk/>
            <pc:sldMk cId="332751554" sldId="265"/>
            <ac:graphicFrameMk id="5" creationId="{85258EB6-5640-46BE-AC34-C9A458D48951}"/>
          </ac:graphicFrameMkLst>
        </pc:graphicFrameChg>
      </pc:sldChg>
      <pc:sldChg chg="add del">
        <pc:chgData name="Анастасия Коваленко" userId="16e07351bd01db83" providerId="LiveId" clId="{47F090E3-03BE-4F5A-B6E1-5845C0A47025}" dt="2026-06-16T13:54:45.090" v="3701" actId="47"/>
        <pc:sldMkLst>
          <pc:docMk/>
          <pc:sldMk cId="1429672576" sldId="265"/>
        </pc:sldMkLst>
      </pc:sldChg>
      <pc:sldChg chg="add del">
        <pc:chgData name="Анастасия Коваленко" userId="16e07351bd01db83" providerId="LiveId" clId="{47F090E3-03BE-4F5A-B6E1-5845C0A47025}" dt="2026-06-16T13:54:52.711" v="3703" actId="47"/>
        <pc:sldMkLst>
          <pc:docMk/>
          <pc:sldMk cId="3537223751" sldId="265"/>
        </pc:sldMkLst>
      </pc:sldChg>
      <pc:sldChg chg="addSp delSp modSp add del mod modNotesTx">
        <pc:chgData name="Анастасия Коваленко" userId="16e07351bd01db83" providerId="LiveId" clId="{47F090E3-03BE-4F5A-B6E1-5845C0A47025}" dt="2026-06-17T07:21:32.978" v="5730" actId="2696"/>
        <pc:sldMkLst>
          <pc:docMk/>
          <pc:sldMk cId="21485936" sldId="266"/>
        </pc:sldMkLst>
        <pc:spChg chg="mod">
          <ac:chgData name="Анастасия Коваленко" userId="16e07351bd01db83" providerId="LiveId" clId="{47F090E3-03BE-4F5A-B6E1-5845C0A47025}" dt="2026-06-16T14:25:23.382" v="3890" actId="20577"/>
          <ac:spMkLst>
            <pc:docMk/>
            <pc:sldMk cId="21485936" sldId="266"/>
            <ac:spMk id="3" creationId="{6D75C957-CFA0-4D0F-AA9B-9783F98BA0C1}"/>
          </ac:spMkLst>
        </pc:spChg>
        <pc:graphicFrameChg chg="del">
          <ac:chgData name="Анастасия Коваленко" userId="16e07351bd01db83" providerId="LiveId" clId="{47F090E3-03BE-4F5A-B6E1-5845C0A47025}" dt="2026-06-16T14:24:13.231" v="3865" actId="478"/>
          <ac:graphicFrameMkLst>
            <pc:docMk/>
            <pc:sldMk cId="21485936" sldId="266"/>
            <ac:graphicFrameMk id="4" creationId="{DA6D828B-F153-46EF-A57D-951389236487}"/>
          </ac:graphicFrameMkLst>
        </pc:graphicFrameChg>
        <pc:graphicFrameChg chg="add del mod">
          <ac:chgData name="Анастасия Коваленко" userId="16e07351bd01db83" providerId="LiveId" clId="{47F090E3-03BE-4F5A-B6E1-5845C0A47025}" dt="2026-06-17T07:21:28.329" v="5729" actId="478"/>
          <ac:graphicFrameMkLst>
            <pc:docMk/>
            <pc:sldMk cId="21485936" sldId="266"/>
            <ac:graphicFrameMk id="5" creationId="{4D7E7F79-B74F-43B9-9F61-D5B1A6C78A5F}"/>
          </ac:graphicFrameMkLst>
        </pc:graphicFrameChg>
      </pc:sldChg>
      <pc:sldChg chg="addSp delSp modSp add mod ord modNotesTx">
        <pc:chgData name="Анастасия Коваленко" userId="16e07351bd01db83" providerId="LiveId" clId="{47F090E3-03BE-4F5A-B6E1-5845C0A47025}" dt="2026-06-19T19:27:55.798" v="6058" actId="1076"/>
        <pc:sldMkLst>
          <pc:docMk/>
          <pc:sldMk cId="3987423749" sldId="267"/>
        </pc:sldMkLst>
        <pc:spChg chg="mod">
          <ac:chgData name="Анастасия Коваленко" userId="16e07351bd01db83" providerId="LiveId" clId="{47F090E3-03BE-4F5A-B6E1-5845C0A47025}" dt="2026-06-19T19:27:51.306" v="6056" actId="20577"/>
          <ac:spMkLst>
            <pc:docMk/>
            <pc:sldMk cId="3987423749" sldId="267"/>
            <ac:spMk id="3" creationId="{6D75C957-CFA0-4D0F-AA9B-9783F98BA0C1}"/>
          </ac:spMkLst>
        </pc:spChg>
        <pc:graphicFrameChg chg="add mod">
          <ac:chgData name="Анастасия Коваленко" userId="16e07351bd01db83" providerId="LiveId" clId="{47F090E3-03BE-4F5A-B6E1-5845C0A47025}" dt="2026-06-19T19:27:55.798" v="6058" actId="1076"/>
          <ac:graphicFrameMkLst>
            <pc:docMk/>
            <pc:sldMk cId="3987423749" sldId="267"/>
            <ac:graphicFrameMk id="4" creationId="{8F53B0DE-4945-4637-A654-DD02DE5E7118}"/>
          </ac:graphicFrameMkLst>
        </pc:graphicFrameChg>
        <pc:graphicFrameChg chg="del">
          <ac:chgData name="Анастасия Коваленко" userId="16e07351bd01db83" providerId="LiveId" clId="{47F090E3-03BE-4F5A-B6E1-5845C0A47025}" dt="2026-06-16T14:33:40.067" v="3924" actId="478"/>
          <ac:graphicFrameMkLst>
            <pc:docMk/>
            <pc:sldMk cId="3987423749" sldId="267"/>
            <ac:graphicFrameMk id="5" creationId="{85258EB6-5640-46BE-AC34-C9A458D48951}"/>
          </ac:graphicFrameMkLst>
        </pc:graphicFrameChg>
      </pc:sldChg>
      <pc:sldChg chg="addSp delSp modSp add mod modNotesTx">
        <pc:chgData name="Анастасия Коваленко" userId="16e07351bd01db83" providerId="LiveId" clId="{47F090E3-03BE-4F5A-B6E1-5845C0A47025}" dt="2026-06-19T19:28:16.040" v="6061" actId="1076"/>
        <pc:sldMkLst>
          <pc:docMk/>
          <pc:sldMk cId="2241564147" sldId="268"/>
        </pc:sldMkLst>
        <pc:spChg chg="mod">
          <ac:chgData name="Анастасия Коваленко" userId="16e07351bd01db83" providerId="LiveId" clId="{47F090E3-03BE-4F5A-B6E1-5845C0A47025}" dt="2026-06-19T19:28:10.795" v="6059"/>
          <ac:spMkLst>
            <pc:docMk/>
            <pc:sldMk cId="2241564147" sldId="268"/>
            <ac:spMk id="3" creationId="{6D75C957-CFA0-4D0F-AA9B-9783F98BA0C1}"/>
          </ac:spMkLst>
        </pc:spChg>
        <pc:graphicFrameChg chg="del">
          <ac:chgData name="Анастасия Коваленко" userId="16e07351bd01db83" providerId="LiveId" clId="{47F090E3-03BE-4F5A-B6E1-5845C0A47025}" dt="2026-06-16T15:02:20.871" v="4636" actId="478"/>
          <ac:graphicFrameMkLst>
            <pc:docMk/>
            <pc:sldMk cId="2241564147" sldId="268"/>
            <ac:graphicFrameMk id="4" creationId="{8F53B0DE-4945-4637-A654-DD02DE5E7118}"/>
          </ac:graphicFrameMkLst>
        </pc:graphicFrameChg>
        <pc:graphicFrameChg chg="add mod">
          <ac:chgData name="Анастасия Коваленко" userId="16e07351bd01db83" providerId="LiveId" clId="{47F090E3-03BE-4F5A-B6E1-5845C0A47025}" dt="2026-06-19T19:28:16.040" v="6061" actId="1076"/>
          <ac:graphicFrameMkLst>
            <pc:docMk/>
            <pc:sldMk cId="2241564147" sldId="268"/>
            <ac:graphicFrameMk id="5" creationId="{B045FCDA-A9A0-4970-BCCC-E8775A76A183}"/>
          </ac:graphicFrameMkLst>
        </pc:graphicFrameChg>
      </pc:sldChg>
      <pc:sldChg chg="addSp delSp modSp new mod modNotesTx">
        <pc:chgData name="Анастасия Коваленко" userId="16e07351bd01db83" providerId="LiveId" clId="{47F090E3-03BE-4F5A-B6E1-5845C0A47025}" dt="2026-06-17T07:30:48.912" v="5821" actId="1076"/>
        <pc:sldMkLst>
          <pc:docMk/>
          <pc:sldMk cId="318083576" sldId="269"/>
        </pc:sldMkLst>
        <pc:spChg chg="del">
          <ac:chgData name="Анастасия Коваленко" userId="16e07351bd01db83" providerId="LiveId" clId="{47F090E3-03BE-4F5A-B6E1-5845C0A47025}" dt="2026-06-16T15:20:43.440" v="4856" actId="478"/>
          <ac:spMkLst>
            <pc:docMk/>
            <pc:sldMk cId="318083576" sldId="269"/>
            <ac:spMk id="2" creationId="{492D72C4-2527-4EC3-9D44-501B9D7E3932}"/>
          </ac:spMkLst>
        </pc:spChg>
        <pc:spChg chg="del">
          <ac:chgData name="Анастасия Коваленко" userId="16e07351bd01db83" providerId="LiveId" clId="{47F090E3-03BE-4F5A-B6E1-5845C0A47025}" dt="2026-06-17T06:19:25.037" v="4913" actId="478"/>
          <ac:spMkLst>
            <pc:docMk/>
            <pc:sldMk cId="318083576" sldId="269"/>
            <ac:spMk id="3" creationId="{DB8CCB3C-4728-41BE-BBD1-0769ECED9966}"/>
          </ac:spMkLst>
        </pc:spChg>
        <pc:spChg chg="add mod">
          <ac:chgData name="Анастасия Коваленко" userId="16e07351bd01db83" providerId="LiveId" clId="{47F090E3-03BE-4F5A-B6E1-5845C0A47025}" dt="2026-06-17T07:30:48.912" v="5821" actId="1076"/>
          <ac:spMkLst>
            <pc:docMk/>
            <pc:sldMk cId="318083576" sldId="269"/>
            <ac:spMk id="4" creationId="{1A9E78B4-8E06-4755-816D-D0737C157F1A}"/>
          </ac:spMkLst>
        </pc:spChg>
        <pc:spChg chg="add mod">
          <ac:chgData name="Анастасия Коваленко" userId="16e07351bd01db83" providerId="LiveId" clId="{47F090E3-03BE-4F5A-B6E1-5845C0A47025}" dt="2026-06-17T07:29:31.700" v="5791" actId="1076"/>
          <ac:spMkLst>
            <pc:docMk/>
            <pc:sldMk cId="318083576" sldId="269"/>
            <ac:spMk id="6" creationId="{BBEB06D5-82FE-43F3-A5F1-C7C84C8D6429}"/>
          </ac:spMkLst>
        </pc:spChg>
        <pc:picChg chg="add mod">
          <ac:chgData name="Анастасия Коваленко" userId="16e07351bd01db83" providerId="LiveId" clId="{47F090E3-03BE-4F5A-B6E1-5845C0A47025}" dt="2026-06-17T07:29:30.021" v="5790" actId="1076"/>
          <ac:picMkLst>
            <pc:docMk/>
            <pc:sldMk cId="318083576" sldId="269"/>
            <ac:picMk id="5" creationId="{FF63D0E8-130B-433C-837B-C54C3BB07B94}"/>
          </ac:picMkLst>
        </pc:picChg>
      </pc:sldChg>
      <pc:sldChg chg="addSp delSp modSp add mod ord modNotesTx">
        <pc:chgData name="Анастасия Коваленко" userId="16e07351bd01db83" providerId="LiveId" clId="{47F090E3-03BE-4F5A-B6E1-5845C0A47025}" dt="2026-06-19T19:28:37.302" v="6063" actId="478"/>
        <pc:sldMkLst>
          <pc:docMk/>
          <pc:sldMk cId="3509342364" sldId="270"/>
        </pc:sldMkLst>
        <pc:spChg chg="mod">
          <ac:chgData name="Анастасия Коваленко" userId="16e07351bd01db83" providerId="LiveId" clId="{47F090E3-03BE-4F5A-B6E1-5845C0A47025}" dt="2026-06-17T07:28:12.177" v="5778" actId="255"/>
          <ac:spMkLst>
            <pc:docMk/>
            <pc:sldMk cId="3509342364" sldId="270"/>
            <ac:spMk id="6" creationId="{BBEB06D5-82FE-43F3-A5F1-C7C84C8D6429}"/>
          </ac:spMkLst>
        </pc:spChg>
        <pc:picChg chg="add del mod modCrop">
          <ac:chgData name="Анастасия Коваленко" userId="16e07351bd01db83" providerId="LiveId" clId="{47F090E3-03BE-4F5A-B6E1-5845C0A47025}" dt="2026-06-19T19:28:37.302" v="6063" actId="478"/>
          <ac:picMkLst>
            <pc:docMk/>
            <pc:sldMk cId="3509342364" sldId="270"/>
            <ac:picMk id="4" creationId="{AA5C0EEF-2803-482C-A979-F90A6CE6B046}"/>
          </ac:picMkLst>
        </pc:picChg>
        <pc:picChg chg="del mod modCrop">
          <ac:chgData name="Анастасия Коваленко" userId="16e07351bd01db83" providerId="LiveId" clId="{47F090E3-03BE-4F5A-B6E1-5845C0A47025}" dt="2026-06-19T19:28:36.559" v="6062" actId="478"/>
          <ac:picMkLst>
            <pc:docMk/>
            <pc:sldMk cId="3509342364" sldId="270"/>
            <ac:picMk id="5" creationId="{FF63D0E8-130B-433C-837B-C54C3BB07B94}"/>
          </ac:picMkLst>
        </pc:picChg>
      </pc:sldChg>
      <pc:sldChg chg="modSp add mod">
        <pc:chgData name="Анастасия Коваленко" userId="16e07351bd01db83" providerId="LiveId" clId="{47F090E3-03BE-4F5A-B6E1-5845C0A47025}" dt="2026-06-17T07:32:06.982" v="5853" actId="1076"/>
        <pc:sldMkLst>
          <pc:docMk/>
          <pc:sldMk cId="2594890332" sldId="271"/>
        </pc:sldMkLst>
        <pc:graphicFrameChg chg="mod">
          <ac:chgData name="Анастасия Коваленко" userId="16e07351bd01db83" providerId="LiveId" clId="{47F090E3-03BE-4F5A-B6E1-5845C0A47025}" dt="2026-06-17T07:32:06.982" v="5853" actId="1076"/>
          <ac:graphicFrameMkLst>
            <pc:docMk/>
            <pc:sldMk cId="2594890332" sldId="271"/>
            <ac:graphicFrameMk id="7" creationId="{57B82F1F-00A8-435E-8714-1FDCB76EB176}"/>
          </ac:graphicFrameMkLst>
        </pc:graphicFrameChg>
      </pc:sldChg>
      <pc:sldMasterChg chg="addSldLayout">
        <pc:chgData name="Анастасия Коваленко" userId="16e07351bd01db83" providerId="LiveId" clId="{47F090E3-03BE-4F5A-B6E1-5845C0A47025}" dt="2026-06-16T08:13:27.014" v="0" actId="680"/>
        <pc:sldMasterMkLst>
          <pc:docMk/>
          <pc:sldMasterMk cId="3466486563" sldId="2147483648"/>
        </pc:sldMasterMkLst>
        <pc:sldLayoutChg chg="add">
          <pc:chgData name="Анастасия Коваленко" userId="16e07351bd01db83" providerId="LiveId" clId="{47F090E3-03BE-4F5A-B6E1-5845C0A47025}" dt="2026-06-16T08:13:27.014" v="0" actId="680"/>
          <pc:sldLayoutMkLst>
            <pc:docMk/>
            <pc:sldMasterMk cId="3466486563" sldId="2147483648"/>
            <pc:sldLayoutMk cId="778664830" sldId="2147483649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6e07351bd01db83/&#1056;&#1072;&#1073;&#1086;&#1095;&#1080;&#1081;%20&#1089;&#1090;&#1086;&#1083;/&#1040;&#1085;&#1072;&#1083;&#1080;&#1090;&#1080;&#1082;%20&#1076;&#1072;&#1085;&#1085;&#1099;&#1093;/1_&#1054;&#1089;&#1085;&#1086;&#1074;&#1099;%20&#1088;&#1072;&#1073;&#1086;&#1090;&#1099;%20&#1074;%20Ex&#1089;el/&#1044;&#1047;/&#1044;&#1047;_Excel-&#1058;&#1047;1_Transaction_list_&#1050;&#1086;&#1074;&#1072;&#1083;&#1077;&#1085;&#1082;&#1086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6e07351bd01db83/&#1056;&#1072;&#1073;&#1086;&#1095;&#1080;&#1081;%20&#1089;&#1090;&#1086;&#1083;/&#1040;&#1085;&#1072;&#1083;&#1080;&#1090;&#1080;&#1082;%20&#1076;&#1072;&#1085;&#1085;&#1099;&#1093;/1_&#1054;&#1089;&#1085;&#1086;&#1074;&#1099;%20&#1088;&#1072;&#1073;&#1086;&#1090;&#1099;%20&#1074;%20Ex&#1089;el/&#1044;&#1047;/&#1044;&#1047;_Excel-&#1058;&#1047;1_Transaction_list_&#1050;&#1086;&#1074;&#1072;&#1083;&#1077;&#1085;&#1082;&#1086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6e07351bd01db83/&#1056;&#1072;&#1073;&#1086;&#1095;&#1080;&#1081;%20&#1089;&#1090;&#1086;&#1083;/&#1040;&#1085;&#1072;&#1083;&#1080;&#1090;&#1080;&#1082;%20&#1076;&#1072;&#1085;&#1085;&#1099;&#1093;/1_&#1054;&#1089;&#1085;&#1086;&#1074;&#1099;%20&#1088;&#1072;&#1073;&#1086;&#1090;&#1099;%20&#1074;%20Ex&#1089;el/&#1044;&#1047;/&#1044;&#1047;_Excel-&#1058;&#1047;1_Transaction_list_&#1050;&#1086;&#1074;&#1072;&#1083;&#1077;&#1085;&#1082;&#1086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6e07351bd01db83/&#1056;&#1072;&#1073;&#1086;&#1095;&#1080;&#1081;%20&#1089;&#1090;&#1086;&#1083;/&#1040;&#1085;&#1072;&#1083;&#1080;&#1090;&#1080;&#1082;%20&#1076;&#1072;&#1085;&#1085;&#1099;&#1093;/1_&#1054;&#1089;&#1085;&#1086;&#1074;&#1099;%20&#1088;&#1072;&#1073;&#1086;&#1090;&#1099;%20&#1074;%20Ex&#1089;el/&#1044;&#1047;/&#1044;&#1047;_Excel-&#1058;&#1047;1_Transaction_list_&#1050;&#1086;&#1074;&#1072;&#1083;&#1077;&#1085;&#1082;&#1086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6e07351bd01db83/&#1056;&#1072;&#1073;&#1086;&#1095;&#1080;&#1081;%20&#1089;&#1090;&#1086;&#1083;/&#1040;&#1085;&#1072;&#1083;&#1080;&#1090;&#1080;&#1082;%20&#1076;&#1072;&#1085;&#1085;&#1099;&#1093;/1_&#1054;&#1089;&#1085;&#1086;&#1074;&#1099;%20&#1088;&#1072;&#1073;&#1086;&#1090;&#1099;%20&#1074;%20Ex&#1089;el/&#1044;&#1047;/&#1044;&#1047;_Excel-&#1058;&#1047;1_Transaction_list_&#1050;&#1086;&#1074;&#1072;&#1083;&#1077;&#1085;&#1082;&#1086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6e07351bd01db83/&#1056;&#1072;&#1073;&#1086;&#1095;&#1080;&#1081;%20&#1089;&#1090;&#1086;&#1083;/&#1040;&#1085;&#1072;&#1083;&#1080;&#1090;&#1080;&#1082;%20&#1076;&#1072;&#1085;&#1085;&#1099;&#1093;/1_&#1054;&#1089;&#1085;&#1086;&#1074;&#1099;%20&#1088;&#1072;&#1073;&#1086;&#1090;&#1099;%20&#1074;%20Ex&#1089;el/&#1044;&#1047;/&#1044;&#1047;_Excel-&#1058;&#1047;1_Transaction_list_&#1050;&#1086;&#1074;&#1072;&#1083;&#1077;&#1085;&#1082;&#1086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6e07351bd01db83/&#1056;&#1072;&#1073;&#1086;&#1095;&#1080;&#1081;%20&#1089;&#1090;&#1086;&#1083;/&#1040;&#1085;&#1072;&#1083;&#1080;&#1090;&#1080;&#1082;%20&#1076;&#1072;&#1085;&#1085;&#1099;&#1093;/1_&#1054;&#1089;&#1085;&#1086;&#1074;&#1099;%20&#1088;&#1072;&#1073;&#1086;&#1090;&#1099;%20&#1074;%20Ex&#1089;el/&#1044;&#1047;/&#1044;&#1047;_Excel-&#1058;&#1047;1_Transaction_list_&#1050;&#1086;&#1074;&#1072;&#1083;&#1077;&#1085;&#1082;&#1086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16e07351bd01db83/&#1056;&#1072;&#1073;&#1086;&#1095;&#1080;&#1081;%20&#1089;&#1090;&#1086;&#1083;/&#1040;&#1085;&#1072;&#1083;&#1080;&#1090;&#1080;&#1082;%20&#1076;&#1072;&#1085;&#1085;&#1099;&#1093;/1_&#1054;&#1089;&#1085;&#1086;&#1074;&#1099;%20&#1088;&#1072;&#1073;&#1086;&#1090;&#1099;%20&#1074;%20Ex&#1089;el/&#1044;&#1047;/&#1044;&#1047;_Excel-&#1058;&#1047;2_Transaction_list_&#1050;&#1086;&#1074;&#1072;&#1083;&#1077;&#1085;&#1082;&#1086;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6e07351bd01db83/&#1056;&#1072;&#1073;&#1086;&#1095;&#1080;&#1081;%20&#1089;&#1090;&#1086;&#1083;/&#1040;&#1085;&#1072;&#1083;&#1080;&#1090;&#1080;&#1082;%20&#1076;&#1072;&#1085;&#1085;&#1099;&#1093;/1_&#1054;&#1089;&#1085;&#1086;&#1074;&#1099;%20&#1088;&#1072;&#1073;&#1086;&#1090;&#1099;%20&#1074;%20Ex&#1089;el/&#1044;&#1047;/&#1044;&#1047;_Excel-&#1058;&#1047;2_Transaction_list_&#1050;&#1086;&#1074;&#1072;&#1083;&#1077;&#1085;&#1082;&#1086;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16e07351bd01db83/&#1056;&#1072;&#1073;&#1086;&#1095;&#1080;&#1081;%20&#1089;&#1090;&#1086;&#1083;/&#1040;&#1085;&#1072;&#1083;&#1080;&#1090;&#1080;&#1082;%20&#1076;&#1072;&#1085;&#1085;&#1099;&#1093;/1_&#1054;&#1089;&#1085;&#1086;&#1074;&#1099;%20&#1088;&#1072;&#1073;&#1086;&#1090;&#1099;%20&#1074;%20Ex&#1089;el/&#1044;&#1047;/&#1044;&#1047;_Excel-&#1058;&#1047;2_Transaction_list_&#1050;&#1086;&#1074;&#1072;&#1083;&#1077;&#1085;&#1082;&#1086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[ДЗ_Excel-ТЗ1_Transaction_list_Коваленко.xlsx]Задача1!Сводная таблица1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00" dirty="0"/>
              <a:t>Количество транзакций в динамике</a:t>
            </a:r>
            <a:r>
              <a:rPr lang="ru-RU" sz="1800" baseline="0" dirty="0"/>
              <a:t> по ТТ</a:t>
            </a:r>
            <a:endParaRPr lang="ru-RU" sz="18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Задача1!$B$3:$B$4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Задача1!$A$5:$A$9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Задача1!$B$5:$B$9</c:f>
              <c:numCache>
                <c:formatCode>General</c:formatCode>
                <c:ptCount val="4"/>
                <c:pt idx="0">
                  <c:v>2775</c:v>
                </c:pt>
                <c:pt idx="1">
                  <c:v>2798</c:v>
                </c:pt>
                <c:pt idx="2">
                  <c:v>2615</c:v>
                </c:pt>
                <c:pt idx="3">
                  <c:v>2655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5B-48DE-8508-5287AE750A0A}"/>
            </c:ext>
          </c:extLst>
        </c:ser>
        <c:ser>
          <c:idx val="1"/>
          <c:order val="1"/>
          <c:tx>
            <c:strRef>
              <c:f>Задача1!$C$3:$C$4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Задача1!$A$5:$A$9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Задача1!$C$5:$C$9</c:f>
              <c:numCache>
                <c:formatCode>General</c:formatCode>
                <c:ptCount val="4"/>
                <c:pt idx="0">
                  <c:v>1692</c:v>
                </c:pt>
                <c:pt idx="1">
                  <c:v>1687</c:v>
                </c:pt>
                <c:pt idx="2">
                  <c:v>1657</c:v>
                </c:pt>
                <c:pt idx="3">
                  <c:v>1593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5B-48DE-8508-5287AE750A0A}"/>
            </c:ext>
          </c:extLst>
        </c:ser>
        <c:ser>
          <c:idx val="2"/>
          <c:order val="2"/>
          <c:tx>
            <c:strRef>
              <c:f>Задача1!$D$3:$D$4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Задача1!$A$5:$A$9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Задача1!$D$5:$D$9</c:f>
              <c:numCache>
                <c:formatCode>General</c:formatCode>
                <c:ptCount val="4"/>
                <c:pt idx="0">
                  <c:v>1408</c:v>
                </c:pt>
                <c:pt idx="1">
                  <c:v>1482</c:v>
                </c:pt>
                <c:pt idx="2">
                  <c:v>1388</c:v>
                </c:pt>
                <c:pt idx="3">
                  <c:v>1326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05B-48DE-8508-5287AE750A0A}"/>
            </c:ext>
          </c:extLst>
        </c:ser>
        <c:ser>
          <c:idx val="3"/>
          <c:order val="3"/>
          <c:tx>
            <c:strRef>
              <c:f>Задача1!$E$3:$E$4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Задача1!$A$5:$A$9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Задача1!$E$5:$E$9</c:f>
              <c:numCache>
                <c:formatCode>General</c:formatCode>
                <c:ptCount val="4"/>
                <c:pt idx="0">
                  <c:v>855</c:v>
                </c:pt>
                <c:pt idx="1">
                  <c:v>910</c:v>
                </c:pt>
                <c:pt idx="2">
                  <c:v>227</c:v>
                </c:pt>
                <c:pt idx="3">
                  <c:v>293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05B-48DE-8508-5287AE750A0A}"/>
            </c:ext>
          </c:extLst>
        </c:ser>
        <c:ser>
          <c:idx val="4"/>
          <c:order val="4"/>
          <c:tx>
            <c:strRef>
              <c:f>Задача1!$F$3:$F$4</c:f>
              <c:strCache>
                <c:ptCount val="1"/>
                <c:pt idx="0">
                  <c:v>ул. Чертановская,  20к2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Задача1!$A$5:$A$9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Задача1!$F$5:$F$9</c:f>
              <c:numCache>
                <c:formatCode>General</c:formatCode>
                <c:ptCount val="4"/>
                <c:pt idx="2">
                  <c:v>1823</c:v>
                </c:pt>
                <c:pt idx="3">
                  <c:v>3172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05B-48DE-8508-5287AE750A0A}"/>
            </c:ext>
          </c:extLst>
        </c:ser>
        <c:ser>
          <c:idx val="5"/>
          <c:order val="5"/>
          <c:tx>
            <c:strRef>
              <c:f>Задача1!$G$3:$G$4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Задача1!$A$5:$A$9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Задача1!$G$5:$G$9</c:f>
              <c:numCache>
                <c:formatCode>General</c:formatCode>
                <c:ptCount val="4"/>
                <c:pt idx="0">
                  <c:v>1119</c:v>
                </c:pt>
                <c:pt idx="1">
                  <c:v>1070</c:v>
                </c:pt>
                <c:pt idx="2">
                  <c:v>1079</c:v>
                </c:pt>
                <c:pt idx="3">
                  <c:v>1036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05B-48DE-8508-5287AE750A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09641759"/>
        <c:axId val="1933937039"/>
      </c:barChart>
      <c:catAx>
        <c:axId val="190964175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Дни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33937039"/>
        <c:crosses val="autoZero"/>
        <c:auto val="1"/>
        <c:lblAlgn val="ctr"/>
        <c:lblOffset val="100"/>
        <c:noMultiLvlLbl val="0"/>
      </c:catAx>
      <c:valAx>
        <c:axId val="19339370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Количество транзакций, шт.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096417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00"/>
              <a:t>Процентрый рост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'[ДЗ_Excel-ТЗ1_Transaction_list_Коваленко.xlsx]Задача2'!$G$6:$G$8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'[ДЗ_Excel-ТЗ1_Transaction_list_Коваленко.xlsx]Задача2'!$H$6:$H$8</c:f>
              <c:numCache>
                <c:formatCode>0%</c:formatCode>
                <c:ptCount val="3"/>
                <c:pt idx="0">
                  <c:v>1.0030395136778116</c:v>
                </c:pt>
                <c:pt idx="1">
                  <c:v>0.65959595959595962</c:v>
                </c:pt>
                <c:pt idx="2">
                  <c:v>1.0176110260336906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1A4-4818-85FF-5154316949FB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'[ДЗ_Excel-ТЗ1_Transaction_list_Коваленко.xlsx]Задача2'!$G$6:$G$8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'[ДЗ_Excel-ТЗ1_Transaction_list_Коваленко.xlsx]Задача2'!$I$6:$I$8</c:f>
              <c:numCache>
                <c:formatCode>0%</c:formatCode>
                <c:ptCount val="3"/>
                <c:pt idx="0">
                  <c:v>1.0040295500335796</c:v>
                </c:pt>
                <c:pt idx="1">
                  <c:v>0.95250836120401339</c:v>
                </c:pt>
                <c:pt idx="2">
                  <c:v>0.9943820224719101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1A4-4818-85FF-5154316949FB}"/>
            </c:ext>
          </c:extLst>
        </c:ser>
        <c:ser>
          <c:idx val="2"/>
          <c:order val="2"/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'[ДЗ_Excel-ТЗ1_Transaction_list_Коваленко.xlsx]Задача2'!$G$6:$G$8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'[ДЗ_Excel-ТЗ1_Transaction_list_Коваленко.xlsx]Задача2'!$J$6:$J$8</c:f>
              <c:numCache>
                <c:formatCode>0%</c:formatCode>
                <c:ptCount val="3"/>
                <c:pt idx="0">
                  <c:v>1.0525568181818181</c:v>
                </c:pt>
                <c:pt idx="1">
                  <c:v>2.1666666666666665</c:v>
                </c:pt>
                <c:pt idx="2">
                  <c:v>1.4008097165991902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1A4-4818-85FF-5154316949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78899103"/>
        <c:axId val="1278899519"/>
      </c:lineChart>
      <c:catAx>
        <c:axId val="1278899103"/>
        <c:scaling>
          <c:orientation val="minMax"/>
        </c:scaling>
        <c:delete val="0"/>
        <c:axPos val="b"/>
        <c:title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78899519"/>
        <c:crosses val="autoZero"/>
        <c:auto val="1"/>
        <c:lblAlgn val="ctr"/>
        <c:lblOffset val="100"/>
        <c:noMultiLvlLbl val="0"/>
      </c:catAx>
      <c:valAx>
        <c:axId val="12788995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000" b="0" i="0" u="none" strike="noStrike" baseline="0" dirty="0"/>
                  <a:t>Нагрузка сервера, %</a:t>
                </a:r>
                <a:endParaRPr lang="ru-RU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788991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00"/>
              <a:t>Процентный рост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'[ДЗ_Excel-ТЗ1_Transaction_list_Коваленко.xlsx]Задача2'!$G$32</c:f>
              <c:strCache>
                <c:ptCount val="1"/>
                <c:pt idx="0">
                  <c:v>1 сер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'[ДЗ_Excel-ТЗ1_Transaction_list_Коваленко.xlsx]Задача2'!$F$33:$F$35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'[ДЗ_Excel-ТЗ1_Transaction_list_Коваленко.xlsx]Задача2'!$G$33:$G$35</c:f>
              <c:numCache>
                <c:formatCode>0%</c:formatCode>
                <c:ptCount val="3"/>
                <c:pt idx="0">
                  <c:v>1.0030395136778116</c:v>
                </c:pt>
                <c:pt idx="1">
                  <c:v>1.3606060606060606</c:v>
                </c:pt>
                <c:pt idx="2">
                  <c:v>0.98552338530066819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3DC-4388-B324-B0378110FC32}"/>
            </c:ext>
          </c:extLst>
        </c:ser>
        <c:ser>
          <c:idx val="1"/>
          <c:order val="1"/>
          <c:tx>
            <c:strRef>
              <c:f>'[ДЗ_Excel-ТЗ1_Transaction_list_Коваленко.xlsx]Задача2'!$H$32</c:f>
              <c:strCache>
                <c:ptCount val="1"/>
                <c:pt idx="0">
                  <c:v>2 сер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'[ДЗ_Excel-ТЗ1_Transaction_list_Коваленко.xlsx]Задача2'!$F$33:$F$35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'[ДЗ_Excel-ТЗ1_Transaction_list_Коваленко.xlsx]Задача2'!$H$33:$H$35</c:f>
              <c:numCache>
                <c:formatCode>0%</c:formatCode>
                <c:ptCount val="3"/>
                <c:pt idx="0">
                  <c:v>1.0040295500335796</c:v>
                </c:pt>
                <c:pt idx="1">
                  <c:v>0.95250836120401339</c:v>
                </c:pt>
                <c:pt idx="2">
                  <c:v>0.9943820224719101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3DC-4388-B324-B0378110FC32}"/>
            </c:ext>
          </c:extLst>
        </c:ser>
        <c:ser>
          <c:idx val="2"/>
          <c:order val="2"/>
          <c:tx>
            <c:strRef>
              <c:f>'[ДЗ_Excel-ТЗ1_Transaction_list_Коваленко.xlsx]Задача2'!$I$32</c:f>
              <c:strCache>
                <c:ptCount val="1"/>
                <c:pt idx="0">
                  <c:v>3 сер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'[ДЗ_Excel-ТЗ1_Transaction_list_Коваленко.xlsx]Задача2'!$F$33:$F$35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'[ДЗ_Excel-ТЗ1_Transaction_list_Коваленко.xlsx]Задача2'!$I$33:$I$35</c:f>
              <c:numCache>
                <c:formatCode>0%</c:formatCode>
                <c:ptCount val="3"/>
                <c:pt idx="0">
                  <c:v>1.0525568181818181</c:v>
                </c:pt>
                <c:pt idx="1">
                  <c:v>1.2300944669365721</c:v>
                </c:pt>
                <c:pt idx="2">
                  <c:v>1.7399890290729567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3DC-4388-B324-B0378110FC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89249711"/>
        <c:axId val="889253039"/>
      </c:lineChart>
      <c:catAx>
        <c:axId val="889249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89253039"/>
        <c:crosses val="autoZero"/>
        <c:auto val="1"/>
        <c:lblAlgn val="ctr"/>
        <c:lblOffset val="100"/>
        <c:noMultiLvlLbl val="0"/>
      </c:catAx>
      <c:valAx>
        <c:axId val="8892530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en-US"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b="0" i="0" u="none" strike="noStrike" baseline="0" dirty="0"/>
                  <a:t>Нагрузка сервера, %</a:t>
                </a:r>
                <a:endParaRPr lang="ru-RU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en-US"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892497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 algn="ctr">
        <a:defRPr lang="en-US" sz="1200" b="0" i="0" u="none" strike="noStrike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[ДЗ_Excel-ТЗ1_Transaction_list_Коваленко.xlsx]Задача3!Сводная таблица2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00" dirty="0"/>
              <a:t>Доля </a:t>
            </a:r>
            <a:r>
              <a:rPr lang="ru-RU" sz="1800" baseline="0" dirty="0"/>
              <a:t>транзакций на кассах самообслуживания</a:t>
            </a:r>
          </a:p>
          <a:p>
            <a:pPr>
              <a:defRPr sz="1800"/>
            </a:pPr>
            <a:r>
              <a:rPr lang="ru-RU" sz="1800" baseline="0" dirty="0"/>
              <a:t> по дням</a:t>
            </a:r>
            <a:endParaRPr lang="ru-RU" sz="18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4043180443792819"/>
          <c:y val="0.27437577714749622"/>
          <c:w val="0.82474774451042399"/>
          <c:h val="0.51005217806825542"/>
        </c:manualLayout>
      </c:layout>
      <c:lineChart>
        <c:grouping val="standard"/>
        <c:varyColors val="0"/>
        <c:ser>
          <c:idx val="0"/>
          <c:order val="0"/>
          <c:tx>
            <c:strRef>
              <c:f>Задача3!$B$27</c:f>
              <c:strCache>
                <c:ptCount val="1"/>
                <c:pt idx="0">
                  <c:v>Итог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Задача3!$A$28:$A$32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Задача3!$B$28:$B$32</c:f>
              <c:numCache>
                <c:formatCode>0.00%;\-0.00%;0.00%</c:formatCode>
                <c:ptCount val="4"/>
                <c:pt idx="0">
                  <c:v>0.23085743406803413</c:v>
                </c:pt>
                <c:pt idx="1">
                  <c:v>0.22876557191392979</c:v>
                </c:pt>
                <c:pt idx="2">
                  <c:v>0.30071680509728071</c:v>
                </c:pt>
                <c:pt idx="3">
                  <c:v>0.36099255583126549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6E8-4C1C-AE4F-E38CBFC5F5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91778720"/>
        <c:axId val="991772896"/>
      </c:lineChart>
      <c:catAx>
        <c:axId val="9917787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Дни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91772896"/>
        <c:crosses val="autoZero"/>
        <c:auto val="1"/>
        <c:lblAlgn val="ctr"/>
        <c:lblOffset val="100"/>
        <c:noMultiLvlLbl val="0"/>
      </c:catAx>
      <c:valAx>
        <c:axId val="991772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b="1" dirty="0"/>
                  <a:t>Доля транзакций, %</a:t>
                </a:r>
                <a:endParaRPr lang="ru-RU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%;\-0.00%;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91778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[ДЗ_Excel-ТЗ1_Transaction_list_Коваленко.xlsx]Задача3!Сводная таблица5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rPr>
              <a:t>Средняя</a:t>
            </a:r>
            <a:r>
              <a:rPr lang="ru-RU" dirty="0"/>
              <a:t> </a:t>
            </a:r>
            <a:r>
              <a:rPr lang="ru-RU" sz="18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rPr>
              <a:t>длительность транзакций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Задача3!$B$47</c:f>
              <c:strCache>
                <c:ptCount val="1"/>
                <c:pt idx="0">
                  <c:v>Итог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Задача3!$A$48:$A$52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Задача3!$B$48:$B$52</c:f>
              <c:numCache>
                <c:formatCode>General</c:formatCode>
                <c:ptCount val="4"/>
                <c:pt idx="0">
                  <c:v>124.70721337497949</c:v>
                </c:pt>
                <c:pt idx="1">
                  <c:v>80.103562879249552</c:v>
                </c:pt>
                <c:pt idx="2">
                  <c:v>85.846029801290712</c:v>
                </c:pt>
                <c:pt idx="3">
                  <c:v>90.399762174202408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337-4BD8-ABE8-8AA95F50B7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61427440"/>
        <c:axId val="861425776"/>
      </c:lineChart>
      <c:catAx>
        <c:axId val="86142744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 algn="ctr" rtl="0">
                  <a:defRPr lang="ru-RU" sz="1400" b="0" i="0" u="none" strike="noStrike" kern="1200" baseline="0" dirty="0" smtClean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4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lt"/>
                    <a:ea typeface="+mn-ea"/>
                    <a:cs typeface="+mn-cs"/>
                  </a:rPr>
                  <a:t>Дни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 algn="ctr" rtl="0">
                <a:defRPr lang="ru-RU" sz="1400" b="0" i="0" u="none" strike="noStrike" kern="1200" baseline="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1400" b="0" i="0" u="none" strike="noStrike" kern="120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61425776"/>
        <c:crosses val="autoZero"/>
        <c:auto val="1"/>
        <c:lblAlgn val="ctr"/>
        <c:lblOffset val="100"/>
        <c:noMultiLvlLbl val="0"/>
      </c:catAx>
      <c:valAx>
        <c:axId val="861425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lang="ru-RU" sz="1400" b="0" i="0" u="none" strike="noStrike" kern="1200" baseline="0" dirty="0" smtClean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4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lt"/>
                    <a:ea typeface="+mn-ea"/>
                    <a:cs typeface="+mn-cs"/>
                  </a:rPr>
                  <a:t>Продолжительность транзакции, сек.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lang="ru-RU" sz="1400" b="0" i="0" u="none" strike="noStrike" kern="1200" baseline="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1400" b="0" i="0" u="none" strike="noStrike" kern="120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614274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[ДЗ_Excel-ТЗ1_Transaction_list_Коваленко.xlsx]ДЗ!Сводная таблица6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8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ru-RU" sz="1800"/>
              <a:t>Средняя длительность операций по ТТ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800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ДЗ!$B$34:$B$35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ДЗ!$A$36:$A$60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ДЗ!$B$36:$B$60</c:f>
              <c:numCache>
                <c:formatCode>0.00</c:formatCode>
                <c:ptCount val="24"/>
                <c:pt idx="0">
                  <c:v>75.395693813505417</c:v>
                </c:pt>
                <c:pt idx="1">
                  <c:v>63.803369537015094</c:v>
                </c:pt>
                <c:pt idx="2">
                  <c:v>64.302538320128065</c:v>
                </c:pt>
                <c:pt idx="3">
                  <c:v>73.825465878638042</c:v>
                </c:pt>
                <c:pt idx="4">
                  <c:v>77.495481276207343</c:v>
                </c:pt>
                <c:pt idx="5">
                  <c:v>70.93505214408809</c:v>
                </c:pt>
                <c:pt idx="6">
                  <c:v>64.32266108400654</c:v>
                </c:pt>
                <c:pt idx="7">
                  <c:v>72.744772363895251</c:v>
                </c:pt>
                <c:pt idx="8">
                  <c:v>75.836212983211652</c:v>
                </c:pt>
                <c:pt idx="9">
                  <c:v>72.093852642124062</c:v>
                </c:pt>
                <c:pt idx="10">
                  <c:v>74.246592381361708</c:v>
                </c:pt>
                <c:pt idx="11">
                  <c:v>166.0814692533867</c:v>
                </c:pt>
                <c:pt idx="12">
                  <c:v>169.63459274265915</c:v>
                </c:pt>
                <c:pt idx="13">
                  <c:v>161.19862416597579</c:v>
                </c:pt>
                <c:pt idx="14">
                  <c:v>156.1355107259827</c:v>
                </c:pt>
                <c:pt idx="15">
                  <c:v>159.06993045640939</c:v>
                </c:pt>
                <c:pt idx="16">
                  <c:v>68.654513563466281</c:v>
                </c:pt>
                <c:pt idx="17">
                  <c:v>69.996400116551143</c:v>
                </c:pt>
                <c:pt idx="18">
                  <c:v>78.990293901342042</c:v>
                </c:pt>
                <c:pt idx="19">
                  <c:v>82.032843651885003</c:v>
                </c:pt>
                <c:pt idx="20">
                  <c:v>84.799599664677913</c:v>
                </c:pt>
                <c:pt idx="21">
                  <c:v>74.605752171303791</c:v>
                </c:pt>
                <c:pt idx="22">
                  <c:v>65.935049111604556</c:v>
                </c:pt>
                <c:pt idx="23">
                  <c:v>78.353372954434775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A35-42B9-AB59-074AD9083D47}"/>
            </c:ext>
          </c:extLst>
        </c:ser>
        <c:ser>
          <c:idx val="1"/>
          <c:order val="1"/>
          <c:tx>
            <c:strRef>
              <c:f>ДЗ!$C$34:$C$35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ДЗ!$A$36:$A$60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ДЗ!$C$36:$C$60</c:f>
              <c:numCache>
                <c:formatCode>0.00</c:formatCode>
                <c:ptCount val="24"/>
                <c:pt idx="0">
                  <c:v>107.49582496272134</c:v>
                </c:pt>
                <c:pt idx="1">
                  <c:v>124.21704964204268</c:v>
                </c:pt>
                <c:pt idx="2">
                  <c:v>115.94877371956643</c:v>
                </c:pt>
                <c:pt idx="3">
                  <c:v>117.15483950078487</c:v>
                </c:pt>
                <c:pt idx="4">
                  <c:v>107.61570963252969</c:v>
                </c:pt>
                <c:pt idx="5">
                  <c:v>107.16517550356097</c:v>
                </c:pt>
                <c:pt idx="6">
                  <c:v>113.95561235612664</c:v>
                </c:pt>
                <c:pt idx="7">
                  <c:v>112.12564257333393</c:v>
                </c:pt>
                <c:pt idx="8">
                  <c:v>120.5230783858061</c:v>
                </c:pt>
                <c:pt idx="9">
                  <c:v>109.85963646697797</c:v>
                </c:pt>
                <c:pt idx="10">
                  <c:v>97.629621258128509</c:v>
                </c:pt>
                <c:pt idx="11">
                  <c:v>151.87495674239472</c:v>
                </c:pt>
                <c:pt idx="12">
                  <c:v>155.7312388562739</c:v>
                </c:pt>
                <c:pt idx="13">
                  <c:v>164.51194040791327</c:v>
                </c:pt>
                <c:pt idx="14">
                  <c:v>152.39455179096416</c:v>
                </c:pt>
                <c:pt idx="15">
                  <c:v>162.37560112494975</c:v>
                </c:pt>
                <c:pt idx="16">
                  <c:v>108.80381082103628</c:v>
                </c:pt>
                <c:pt idx="17">
                  <c:v>99.361860015514225</c:v>
                </c:pt>
                <c:pt idx="18">
                  <c:v>98.405670970320131</c:v>
                </c:pt>
                <c:pt idx="19">
                  <c:v>122.04666592726043</c:v>
                </c:pt>
                <c:pt idx="20">
                  <c:v>105.12338564035713</c:v>
                </c:pt>
                <c:pt idx="21">
                  <c:v>104.6946665501668</c:v>
                </c:pt>
                <c:pt idx="22">
                  <c:v>96.848222420085222</c:v>
                </c:pt>
                <c:pt idx="23">
                  <c:v>112.39395128696093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A35-42B9-AB59-074AD9083D47}"/>
            </c:ext>
          </c:extLst>
        </c:ser>
        <c:ser>
          <c:idx val="2"/>
          <c:order val="2"/>
          <c:tx>
            <c:strRef>
              <c:f>ДЗ!$D$34:$D$35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ДЗ!$A$36:$A$60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ДЗ!$D$36:$D$60</c:f>
              <c:numCache>
                <c:formatCode>0.00</c:formatCode>
                <c:ptCount val="24"/>
                <c:pt idx="0">
                  <c:v>96.191763466851285</c:v>
                </c:pt>
                <c:pt idx="1">
                  <c:v>98.923699772048337</c:v>
                </c:pt>
                <c:pt idx="2">
                  <c:v>88.127189909573644</c:v>
                </c:pt>
                <c:pt idx="3">
                  <c:v>83.718173347926722</c:v>
                </c:pt>
                <c:pt idx="4">
                  <c:v>96.796966756365322</c:v>
                </c:pt>
                <c:pt idx="5">
                  <c:v>92.736195063437606</c:v>
                </c:pt>
                <c:pt idx="6">
                  <c:v>103.7297684853053</c:v>
                </c:pt>
                <c:pt idx="7">
                  <c:v>71.293763483620509</c:v>
                </c:pt>
                <c:pt idx="8">
                  <c:v>89.874351004670771</c:v>
                </c:pt>
                <c:pt idx="9">
                  <c:v>76.593845298415729</c:v>
                </c:pt>
                <c:pt idx="10">
                  <c:v>75.575645894787158</c:v>
                </c:pt>
                <c:pt idx="11">
                  <c:v>92.981212574522942</c:v>
                </c:pt>
                <c:pt idx="12">
                  <c:v>80.630079174879938</c:v>
                </c:pt>
                <c:pt idx="13">
                  <c:v>79.552150428678615</c:v>
                </c:pt>
                <c:pt idx="14">
                  <c:v>103.82501608226448</c:v>
                </c:pt>
                <c:pt idx="15">
                  <c:v>95.764655700223827</c:v>
                </c:pt>
                <c:pt idx="16">
                  <c:v>85.787115662956154</c:v>
                </c:pt>
                <c:pt idx="17">
                  <c:v>100.35393512942112</c:v>
                </c:pt>
                <c:pt idx="18">
                  <c:v>108.9830854333584</c:v>
                </c:pt>
                <c:pt idx="19">
                  <c:v>131.7967217038225</c:v>
                </c:pt>
                <c:pt idx="20">
                  <c:v>110.87569734809222</c:v>
                </c:pt>
                <c:pt idx="21">
                  <c:v>141.06709118817977</c:v>
                </c:pt>
                <c:pt idx="22">
                  <c:v>131.30673950198232</c:v>
                </c:pt>
                <c:pt idx="23">
                  <c:v>138.6807914526234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A35-42B9-AB59-074AD9083D47}"/>
            </c:ext>
          </c:extLst>
        </c:ser>
        <c:ser>
          <c:idx val="3"/>
          <c:order val="3"/>
          <c:tx>
            <c:strRef>
              <c:f>ДЗ!$E$34:$E$35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ДЗ!$A$36:$A$60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ДЗ!$E$36:$E$60</c:f>
              <c:numCache>
                <c:formatCode>0.00</c:formatCode>
                <c:ptCount val="24"/>
                <c:pt idx="0">
                  <c:v>220.62057200819254</c:v>
                </c:pt>
                <c:pt idx="1">
                  <c:v>204.96410390761281</c:v>
                </c:pt>
                <c:pt idx="2">
                  <c:v>221.36091590106773</c:v>
                </c:pt>
                <c:pt idx="3">
                  <c:v>197.45958196165572</c:v>
                </c:pt>
                <c:pt idx="4">
                  <c:v>224.71267680735573</c:v>
                </c:pt>
                <c:pt idx="5">
                  <c:v>195.20977961186034</c:v>
                </c:pt>
                <c:pt idx="6">
                  <c:v>219.13856745609459</c:v>
                </c:pt>
                <c:pt idx="7">
                  <c:v>215.82051226403564</c:v>
                </c:pt>
                <c:pt idx="8">
                  <c:v>227.35399767689938</c:v>
                </c:pt>
                <c:pt idx="9">
                  <c:v>212.47934923241181</c:v>
                </c:pt>
                <c:pt idx="10">
                  <c:v>216.63862868603744</c:v>
                </c:pt>
                <c:pt idx="11">
                  <c:v>228.1377139716642</c:v>
                </c:pt>
                <c:pt idx="12">
                  <c:v>212.38955941728571</c:v>
                </c:pt>
                <c:pt idx="13">
                  <c:v>243.28885256778449</c:v>
                </c:pt>
                <c:pt idx="14">
                  <c:v>223.62056859260932</c:v>
                </c:pt>
                <c:pt idx="15">
                  <c:v>226.06843373909288</c:v>
                </c:pt>
                <c:pt idx="16">
                  <c:v>227.82689876330551</c:v>
                </c:pt>
                <c:pt idx="17">
                  <c:v>224.22886722820945</c:v>
                </c:pt>
                <c:pt idx="18">
                  <c:v>206.21106439809265</c:v>
                </c:pt>
                <c:pt idx="19">
                  <c:v>185.70843723602593</c:v>
                </c:pt>
                <c:pt idx="20">
                  <c:v>213.54483874336651</c:v>
                </c:pt>
                <c:pt idx="21">
                  <c:v>240.09581529335784</c:v>
                </c:pt>
                <c:pt idx="22">
                  <c:v>223.10670610517263</c:v>
                </c:pt>
                <c:pt idx="23">
                  <c:v>236.15579103352502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A35-42B9-AB59-074AD9083D47}"/>
            </c:ext>
          </c:extLst>
        </c:ser>
        <c:ser>
          <c:idx val="4"/>
          <c:order val="4"/>
          <c:tx>
            <c:strRef>
              <c:f>ДЗ!$F$34:$F$35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ДЗ!$A$36:$A$60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ДЗ!$F$36:$F$60</c:f>
              <c:numCache>
                <c:formatCode>0.00</c:formatCode>
                <c:ptCount val="24"/>
                <c:pt idx="0">
                  <c:v>144.2157665317479</c:v>
                </c:pt>
                <c:pt idx="1">
                  <c:v>126.90396837831941</c:v>
                </c:pt>
                <c:pt idx="2">
                  <c:v>128.80592484725639</c:v>
                </c:pt>
                <c:pt idx="3">
                  <c:v>257.67098882206483</c:v>
                </c:pt>
                <c:pt idx="4">
                  <c:v>183.63044598781681</c:v>
                </c:pt>
                <c:pt idx="5">
                  <c:v>287.76392666331958</c:v>
                </c:pt>
                <c:pt idx="6">
                  <c:v>218.7712519130898</c:v>
                </c:pt>
                <c:pt idx="7">
                  <c:v>138.80676475058937</c:v>
                </c:pt>
                <c:pt idx="8">
                  <c:v>147.88707348983735</c:v>
                </c:pt>
                <c:pt idx="9">
                  <c:v>148.67805009707808</c:v>
                </c:pt>
                <c:pt idx="10">
                  <c:v>143.25941399005907</c:v>
                </c:pt>
                <c:pt idx="11">
                  <c:v>131.28065239516613</c:v>
                </c:pt>
                <c:pt idx="12">
                  <c:v>138.66500442428514</c:v>
                </c:pt>
                <c:pt idx="13">
                  <c:v>136.430150891674</c:v>
                </c:pt>
                <c:pt idx="14">
                  <c:v>136.04584586994841</c:v>
                </c:pt>
                <c:pt idx="15">
                  <c:v>134.5910629822298</c:v>
                </c:pt>
                <c:pt idx="16">
                  <c:v>155.28822427382693</c:v>
                </c:pt>
                <c:pt idx="17">
                  <c:v>136.43725179426838</c:v>
                </c:pt>
                <c:pt idx="18">
                  <c:v>157.17893237914805</c:v>
                </c:pt>
                <c:pt idx="19">
                  <c:v>127.99031683654688</c:v>
                </c:pt>
                <c:pt idx="20">
                  <c:v>168.69327854972494</c:v>
                </c:pt>
                <c:pt idx="21">
                  <c:v>146.66882445177944</c:v>
                </c:pt>
                <c:pt idx="22">
                  <c:v>165.48762260254745</c:v>
                </c:pt>
                <c:pt idx="23">
                  <c:v>155.28277886280028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4A35-42B9-AB59-074AD9083D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35661968"/>
        <c:axId val="1635664464"/>
      </c:lineChart>
      <c:catAx>
        <c:axId val="163566196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en-US" sz="1400" b="0" i="0" u="none" strike="noStrike" kern="1200" baseline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Часы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en-US" sz="1400" b="0" i="0" u="none" strike="noStrike" kern="1200" baseline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1200" b="0" i="0" u="none" strike="noStrike" kern="120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35664464"/>
        <c:crosses val="autoZero"/>
        <c:auto val="1"/>
        <c:lblAlgn val="ctr"/>
        <c:lblOffset val="100"/>
        <c:noMultiLvlLbl val="0"/>
      </c:catAx>
      <c:valAx>
        <c:axId val="16356644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en-US" sz="1400" b="0" i="0" u="none" strike="noStrike" kern="1200" baseline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b="0" i="0" baseline="0" dirty="0">
                    <a:effectLst/>
                  </a:rPr>
                  <a:t>Длительность</a:t>
                </a:r>
                <a:r>
                  <a:rPr lang="ru-RU" sz="1800" b="0" i="0" baseline="0" dirty="0">
                    <a:effectLst/>
                  </a:rPr>
                  <a:t> </a:t>
                </a:r>
                <a:r>
                  <a:rPr lang="ru-RU" sz="1200" b="0" i="0" baseline="0" dirty="0">
                    <a:effectLst/>
                  </a:rPr>
                  <a:t>транзакции, сек.</a:t>
                </a:r>
                <a:endParaRPr lang="ru-RU" dirty="0">
                  <a:effectLst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en-US" sz="1400" b="0" i="0" u="none" strike="noStrike" kern="1200" baseline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356619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8545470390466967"/>
          <c:y val="0.2796616393635265"/>
          <c:w val="0.26794428059682318"/>
          <c:h val="0.5688743396354805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200" b="0" i="0" u="none" strike="noStrike" kern="120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 algn="ctr" rtl="0">
        <a:defRPr lang="en-US" sz="1400" b="0" i="0" u="none" strike="noStrike" kern="1200" baseline="0">
          <a:solidFill>
            <a:prstClr val="black">
              <a:lumMod val="65000"/>
              <a:lumOff val="35000"/>
            </a:prstClr>
          </a:solidFill>
          <a:latin typeface="+mn-lt"/>
          <a:ea typeface="+mn-ea"/>
          <a:cs typeface="+mn-cs"/>
        </a:defRPr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[ДЗ_Excel-ТЗ1_Transaction_list_Коваленко.xlsx]ДЗ!Сводная таблица7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ru-RU" sz="18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ru-RU" sz="18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rPr>
              <a:t>Средняя продолжительность операций по серверам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ru-RU" sz="1800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ДЗ!$B$67:$B$68</c:f>
              <c:strCache>
                <c:ptCount val="1"/>
                <c:pt idx="0">
                  <c:v>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ДЗ!$A$69:$A$93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ДЗ!$B$69:$B$93</c:f>
              <c:numCache>
                <c:formatCode>0.00</c:formatCode>
                <c:ptCount val="24"/>
                <c:pt idx="0">
                  <c:v>174.11329910948712</c:v>
                </c:pt>
                <c:pt idx="1">
                  <c:v>163.332031625323</c:v>
                </c:pt>
                <c:pt idx="2">
                  <c:v>158.88629693974508</c:v>
                </c:pt>
                <c:pt idx="3">
                  <c:v>229.57233228720725</c:v>
                </c:pt>
                <c:pt idx="4">
                  <c:v>204.44544293638319</c:v>
                </c:pt>
                <c:pt idx="5">
                  <c:v>255.24490202361767</c:v>
                </c:pt>
                <c:pt idx="6">
                  <c:v>218.92225941410288</c:v>
                </c:pt>
                <c:pt idx="7">
                  <c:v>168.05249165442973</c:v>
                </c:pt>
                <c:pt idx="8">
                  <c:v>182.65385282167699</c:v>
                </c:pt>
                <c:pt idx="9">
                  <c:v>175.5822123830622</c:v>
                </c:pt>
                <c:pt idx="10">
                  <c:v>184.1288500232622</c:v>
                </c:pt>
                <c:pt idx="11">
                  <c:v>176.33044847725824</c:v>
                </c:pt>
                <c:pt idx="12">
                  <c:v>167.97717689138176</c:v>
                </c:pt>
                <c:pt idx="13">
                  <c:v>188.69799410281502</c:v>
                </c:pt>
                <c:pt idx="14">
                  <c:v>172.17041899304604</c:v>
                </c:pt>
                <c:pt idx="15">
                  <c:v>181.28263763937866</c:v>
                </c:pt>
                <c:pt idx="16">
                  <c:v>180.51906757451513</c:v>
                </c:pt>
                <c:pt idx="17">
                  <c:v>174.06222983738598</c:v>
                </c:pt>
                <c:pt idx="18">
                  <c:v>179.90113990012239</c:v>
                </c:pt>
                <c:pt idx="19">
                  <c:v>149.36739846598357</c:v>
                </c:pt>
                <c:pt idx="20">
                  <c:v>187.75519163202262</c:v>
                </c:pt>
                <c:pt idx="21">
                  <c:v>182.21170140237993</c:v>
                </c:pt>
                <c:pt idx="22">
                  <c:v>195.63714303996761</c:v>
                </c:pt>
                <c:pt idx="23">
                  <c:v>192.76051621020932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DDB-4AA0-AD4C-3AFC092F7F4E}"/>
            </c:ext>
          </c:extLst>
        </c:ser>
        <c:ser>
          <c:idx val="1"/>
          <c:order val="1"/>
          <c:tx>
            <c:strRef>
              <c:f>ДЗ!$C$67:$C$68</c:f>
              <c:strCache>
                <c:ptCount val="1"/>
                <c:pt idx="0">
                  <c:v>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ДЗ!$A$69:$A$93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ДЗ!$C$69:$C$93</c:f>
              <c:numCache>
                <c:formatCode>0.00</c:formatCode>
                <c:ptCount val="24"/>
                <c:pt idx="0">
                  <c:v>86.507277672849398</c:v>
                </c:pt>
                <c:pt idx="1">
                  <c:v>88.265350438437309</c:v>
                </c:pt>
                <c:pt idx="2">
                  <c:v>83.669876594917454</c:v>
                </c:pt>
                <c:pt idx="3">
                  <c:v>89.993142603319697</c:v>
                </c:pt>
                <c:pt idx="4">
                  <c:v>87.289175158937923</c:v>
                </c:pt>
                <c:pt idx="5">
                  <c:v>84.794897993013961</c:v>
                </c:pt>
                <c:pt idx="6">
                  <c:v>82.442627421447213</c:v>
                </c:pt>
                <c:pt idx="7">
                  <c:v>87.184424774022773</c:v>
                </c:pt>
                <c:pt idx="8">
                  <c:v>92.712635555468069</c:v>
                </c:pt>
                <c:pt idx="9">
                  <c:v>86.719907649437431</c:v>
                </c:pt>
                <c:pt idx="10">
                  <c:v>81.623381253198858</c:v>
                </c:pt>
                <c:pt idx="11">
                  <c:v>160.37349547664886</c:v>
                </c:pt>
                <c:pt idx="12">
                  <c:v>163.6010618108316</c:v>
                </c:pt>
                <c:pt idx="13">
                  <c:v>162.42156492480248</c:v>
                </c:pt>
                <c:pt idx="14">
                  <c:v>154.95891880287203</c:v>
                </c:pt>
                <c:pt idx="15">
                  <c:v>160.23663775118834</c:v>
                </c:pt>
                <c:pt idx="16">
                  <c:v>83.875950435841716</c:v>
                </c:pt>
                <c:pt idx="17">
                  <c:v>81.199407939276938</c:v>
                </c:pt>
                <c:pt idx="18">
                  <c:v>85.924357140262785</c:v>
                </c:pt>
                <c:pt idx="19">
                  <c:v>98.382577484834101</c:v>
                </c:pt>
                <c:pt idx="20">
                  <c:v>93.898038735185466</c:v>
                </c:pt>
                <c:pt idx="21">
                  <c:v>85.969118771831845</c:v>
                </c:pt>
                <c:pt idx="22">
                  <c:v>79.915881261168678</c:v>
                </c:pt>
                <c:pt idx="23">
                  <c:v>92.20709669441635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DDB-4AA0-AD4C-3AFC092F7F4E}"/>
            </c:ext>
          </c:extLst>
        </c:ser>
        <c:ser>
          <c:idx val="2"/>
          <c:order val="2"/>
          <c:tx>
            <c:strRef>
              <c:f>ДЗ!$D$67:$D$68</c:f>
              <c:strCache>
                <c:ptCount val="1"/>
                <c:pt idx="0">
                  <c:v>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ДЗ!$A$69:$A$93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ДЗ!$D$69:$D$93</c:f>
              <c:numCache>
                <c:formatCode>0.00</c:formatCode>
                <c:ptCount val="24"/>
                <c:pt idx="0">
                  <c:v>96.191763466851285</c:v>
                </c:pt>
                <c:pt idx="1">
                  <c:v>98.923699772048337</c:v>
                </c:pt>
                <c:pt idx="2">
                  <c:v>88.127189909573644</c:v>
                </c:pt>
                <c:pt idx="3">
                  <c:v>83.718173347926722</c:v>
                </c:pt>
                <c:pt idx="4">
                  <c:v>96.796966756365322</c:v>
                </c:pt>
                <c:pt idx="5">
                  <c:v>92.736195063437606</c:v>
                </c:pt>
                <c:pt idx="6">
                  <c:v>103.7297684853053</c:v>
                </c:pt>
                <c:pt idx="7">
                  <c:v>71.293763483620509</c:v>
                </c:pt>
                <c:pt idx="8">
                  <c:v>89.874351004670771</c:v>
                </c:pt>
                <c:pt idx="9">
                  <c:v>76.593845298415729</c:v>
                </c:pt>
                <c:pt idx="10">
                  <c:v>75.575645894787158</c:v>
                </c:pt>
                <c:pt idx="11">
                  <c:v>92.981212574522942</c:v>
                </c:pt>
                <c:pt idx="12">
                  <c:v>80.630079174879938</c:v>
                </c:pt>
                <c:pt idx="13">
                  <c:v>79.552150428678615</c:v>
                </c:pt>
                <c:pt idx="14">
                  <c:v>103.82501608226448</c:v>
                </c:pt>
                <c:pt idx="15">
                  <c:v>95.764655700223827</c:v>
                </c:pt>
                <c:pt idx="16">
                  <c:v>85.787115662956154</c:v>
                </c:pt>
                <c:pt idx="17">
                  <c:v>100.35393512942112</c:v>
                </c:pt>
                <c:pt idx="18">
                  <c:v>108.9830854333584</c:v>
                </c:pt>
                <c:pt idx="19">
                  <c:v>131.7967217038225</c:v>
                </c:pt>
                <c:pt idx="20">
                  <c:v>110.87569734809222</c:v>
                </c:pt>
                <c:pt idx="21">
                  <c:v>141.06709118817977</c:v>
                </c:pt>
                <c:pt idx="22">
                  <c:v>131.30673950198232</c:v>
                </c:pt>
                <c:pt idx="23">
                  <c:v>138.6807914526234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DDB-4AA0-AD4C-3AFC092F7F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9982304"/>
        <c:axId val="102424896"/>
      </c:lineChart>
      <c:catAx>
        <c:axId val="10998230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ru-RU" sz="1400" b="0" i="0" u="none" strike="noStrike" kern="1200" baseline="0" dirty="0" smtClean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4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lt"/>
                    <a:ea typeface="+mn-ea"/>
                    <a:cs typeface="+mn-cs"/>
                  </a:rPr>
                  <a:t>Часы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ru-RU" sz="1400" b="0" i="0" u="none" strike="noStrike" kern="1200" baseline="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1200" b="0" i="0" u="none" strike="noStrike" kern="120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2424896"/>
        <c:crosses val="autoZero"/>
        <c:auto val="1"/>
        <c:lblAlgn val="ctr"/>
        <c:lblOffset val="100"/>
        <c:noMultiLvlLbl val="0"/>
      </c:catAx>
      <c:valAx>
        <c:axId val="102424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lang="ru-RU" sz="1200" b="0" i="0" u="none" strike="noStrike" kern="1200" baseline="0" dirty="0" smtClean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lt"/>
                    <a:ea typeface="+mn-ea"/>
                    <a:cs typeface="+mn-cs"/>
                  </a:rPr>
                  <a:t>Длительность транзакции, сек.</a:t>
                </a:r>
              </a:p>
            </c:rich>
          </c:tx>
          <c:layout>
            <c:manualLayout>
              <c:xMode val="edge"/>
              <c:yMode val="edge"/>
              <c:x val="2.7102910352031301E-2"/>
              <c:y val="0.2763906741008262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lang="ru-RU" sz="1200" b="0" i="0" u="none" strike="noStrike" kern="1200" baseline="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1200" b="0" i="0" u="none" strike="noStrike" kern="120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9982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[ДЗ_Excel-ТЗ2_Transaction_list_Коваленко.xlsx]Задача1!Сводная таблица2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00" b="0" i="0" baseline="0">
                <a:effectLst/>
              </a:rPr>
              <a:t>Анализ эффективности работы сервера №2 07.09 </a:t>
            </a:r>
          </a:p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00" b="0" i="0" baseline="0">
                <a:effectLst/>
              </a:rPr>
              <a:t>в часы с 12.00 по 13.00</a:t>
            </a:r>
            <a:endParaRPr lang="ru-RU">
              <a:effectLst/>
            </a:endParaRPr>
          </a:p>
        </c:rich>
      </c:tx>
      <c:layout>
        <c:manualLayout>
          <c:xMode val="edge"/>
          <c:yMode val="edge"/>
          <c:x val="9.7268080963449327E-2"/>
          <c:y val="1.9005659795696638E-2"/>
        </c:manualLayout>
      </c:layout>
      <c:overlay val="0"/>
      <c:spPr>
        <a:noFill/>
        <a:ln>
          <a:noFill/>
        </a:ln>
        <a:effectLst/>
      </c:sp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layout>
            <c:manualLayout>
              <c:x val="0"/>
              <c:y val="-4.571612749233894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layout>
            <c:manualLayout>
              <c:x val="-4.5536858579961655E-2"/>
              <c:y val="-4.874934012176958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layout>
            <c:manualLayout>
              <c:x val="-1.1847908307762707E-2"/>
              <c:y val="4.219950230062043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layout>
            <c:manualLayout>
              <c:x val="0"/>
              <c:y val="-4.571612749233894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layout>
            <c:manualLayout>
              <c:x val="-4.5536858579961655E-2"/>
              <c:y val="-4.874934012176958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layout>
            <c:manualLayout>
              <c:x val="-1.1847908307762707E-2"/>
              <c:y val="4.219950230062043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layout>
            <c:manualLayout>
              <c:x val="0"/>
              <c:y val="-4.571612749233894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layout>
            <c:manualLayout>
              <c:x val="-4.5536858579961655E-2"/>
              <c:y val="-4.874934012176958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layout>
            <c:manualLayout>
              <c:x val="-1.1847908307762707E-2"/>
              <c:y val="4.219950230062043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dLbl>
          <c:idx val="0"/>
          <c:layout>
            <c:manualLayout>
              <c:x val="0"/>
              <c:y val="-4.571612749233894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dLbl>
          <c:idx val="0"/>
          <c:layout>
            <c:manualLayout>
              <c:x val="-4.5536858579961655E-2"/>
              <c:y val="-4.874934012176958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dLbl>
          <c:idx val="0"/>
          <c:layout>
            <c:manualLayout>
              <c:x val="-1.1847908307762707E-2"/>
              <c:y val="4.219950230062043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dLbl>
          <c:idx val="0"/>
          <c:layout>
            <c:manualLayout>
              <c:x val="0"/>
              <c:y val="-4.571612749233894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dLbl>
          <c:idx val="0"/>
          <c:layout>
            <c:manualLayout>
              <c:x val="-4.5536858579961655E-2"/>
              <c:y val="-4.874934012176958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dLbl>
          <c:idx val="0"/>
          <c:layout>
            <c:manualLayout>
              <c:x val="-1.1847908307762707E-2"/>
              <c:y val="4.219950230062043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dLbl>
          <c:idx val="0"/>
          <c:layout>
            <c:manualLayout>
              <c:x val="0"/>
              <c:y val="-4.571612749233894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dLbl>
          <c:idx val="0"/>
          <c:layout>
            <c:manualLayout>
              <c:x val="-4.5536858579961655E-2"/>
              <c:y val="-4.874934012176958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dLbl>
          <c:idx val="0"/>
          <c:layout>
            <c:manualLayout>
              <c:x val="-1.1847908307762707E-2"/>
              <c:y val="4.219950230062043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dLbl>
          <c:idx val="0"/>
          <c:layout>
            <c:manualLayout>
              <c:x val="0"/>
              <c:y val="-4.571612749233894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dLbl>
          <c:idx val="0"/>
          <c:layout>
            <c:manualLayout>
              <c:x val="-4.5536858579961655E-2"/>
              <c:y val="-4.874934012176958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dLbl>
          <c:idx val="0"/>
          <c:layout>
            <c:manualLayout>
              <c:x val="-1.1847908307762707E-2"/>
              <c:y val="4.219950230062043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dLbl>
          <c:idx val="0"/>
          <c:layout>
            <c:manualLayout>
              <c:x val="0"/>
              <c:y val="-4.571612749233894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dLbl>
          <c:idx val="0"/>
          <c:layout>
            <c:manualLayout>
              <c:x val="-4.5536858579961655E-2"/>
              <c:y val="-4.874934012176958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dLbl>
          <c:idx val="0"/>
          <c:layout>
            <c:manualLayout>
              <c:x val="-1.1847908307762707E-2"/>
              <c:y val="4.219950230062043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dLbl>
          <c:idx val="0"/>
          <c:layout>
            <c:manualLayout>
              <c:x val="0"/>
              <c:y val="-4.571612749233894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dLbl>
          <c:idx val="0"/>
          <c:layout>
            <c:manualLayout>
              <c:x val="-4.5536858579961655E-2"/>
              <c:y val="-4.874934012176958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dLbl>
          <c:idx val="0"/>
          <c:layout>
            <c:manualLayout>
              <c:x val="-1.1847908307762707E-2"/>
              <c:y val="4.219950230062043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Задача1!$B$16</c:f>
              <c:strCache>
                <c:ptCount val="1"/>
                <c:pt idx="0">
                  <c:v>Количество по полю id_transaction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Задача1!$A$17:$A$20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Задача1!$B$17:$B$20</c:f>
              <c:numCache>
                <c:formatCode>0.00</c:formatCode>
                <c:ptCount val="3"/>
                <c:pt idx="0">
                  <c:v>150</c:v>
                </c:pt>
                <c:pt idx="1">
                  <c:v>168</c:v>
                </c:pt>
                <c:pt idx="2">
                  <c:v>148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57-4D8C-A79C-EE702550FA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014010271"/>
        <c:axId val="1014005695"/>
      </c:barChart>
      <c:lineChart>
        <c:grouping val="standard"/>
        <c:varyColors val="0"/>
        <c:ser>
          <c:idx val="1"/>
          <c:order val="1"/>
          <c:tx>
            <c:strRef>
              <c:f>Задача1!$C$16</c:f>
              <c:strCache>
                <c:ptCount val="1"/>
                <c:pt idx="0">
                  <c:v>Среднее по полю len (длительность платежа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0"/>
                  <c:y val="-4.57161274923389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257-4D8C-A79C-EE702550FA9D}"/>
                </c:ext>
              </c:extLst>
            </c:dLbl>
            <c:dLbl>
              <c:idx val="1"/>
              <c:layout>
                <c:manualLayout>
                  <c:x val="-4.5536858579961655E-2"/>
                  <c:y val="-4.874934012176958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257-4D8C-A79C-EE702550FA9D}"/>
                </c:ext>
              </c:extLst>
            </c:dLbl>
            <c:dLbl>
              <c:idx val="2"/>
              <c:layout>
                <c:manualLayout>
                  <c:x val="-1.1847908307762707E-2"/>
                  <c:y val="4.219950230062043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257-4D8C-A79C-EE702550FA9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Задача1!$A$17:$A$20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Задача1!$C$17:$C$20</c:f>
              <c:numCache>
                <c:formatCode>0.00</c:formatCode>
                <c:ptCount val="3"/>
                <c:pt idx="0">
                  <c:v>64.986666636541486</c:v>
                </c:pt>
                <c:pt idx="1">
                  <c:v>69.70238094259652</c:v>
                </c:pt>
                <c:pt idx="2">
                  <c:v>114.07432432421734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257-4D8C-A79C-EE702550FA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4004447"/>
        <c:axId val="1200562431"/>
      </c:lineChart>
      <c:catAx>
        <c:axId val="101401027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/>
                </a:pPr>
                <a:r>
                  <a:rPr lang="ru-RU" sz="1200" b="0"/>
                  <a:t>Даты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14005695"/>
        <c:crosses val="autoZero"/>
        <c:auto val="1"/>
        <c:lblAlgn val="ctr"/>
        <c:lblOffset val="100"/>
        <c:noMultiLvlLbl val="0"/>
      </c:catAx>
      <c:valAx>
        <c:axId val="10140056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dirty="0"/>
                  <a:t>Количество транзакций, шт.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14010271"/>
        <c:crosses val="autoZero"/>
        <c:crossBetween val="between"/>
      </c:valAx>
      <c:valAx>
        <c:axId val="1200562431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dirty="0"/>
                  <a:t>Длительность платежа, сек.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14004447"/>
        <c:crosses val="max"/>
        <c:crossBetween val="between"/>
      </c:valAx>
      <c:catAx>
        <c:axId val="10140044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00562431"/>
        <c:crosses val="autoZero"/>
        <c:auto val="1"/>
        <c:lblAlgn val="ctr"/>
        <c:lblOffset val="100"/>
        <c:noMultiLvlLbl val="0"/>
      </c:catAx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/>
  </c:chart>
  <c:txPr>
    <a:bodyPr/>
    <a:lstStyle/>
    <a:p>
      <a:pPr>
        <a:defRPr/>
      </a:pPr>
      <a:endParaRPr lang="ru-RU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[ДЗ_Excel-ТЗ2_Transaction_list_Коваленко.xlsx]Задача2!Сводная таблица5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00"/>
              <a:t>Анализ</a:t>
            </a:r>
            <a:r>
              <a:rPr lang="ru-RU" sz="1800" baseline="0"/>
              <a:t> выручки 07.09 в связи с акцией</a:t>
            </a:r>
            <a:endParaRPr lang="ru-RU" sz="18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Задача2!$B$3</c:f>
              <c:strCache>
                <c:ptCount val="1"/>
                <c:pt idx="0">
                  <c:v>Количество по полю id_transaction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Задача2!$A$4:$A$7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Задача2!$B$4:$B$7</c:f>
              <c:numCache>
                <c:formatCode>General</c:formatCode>
                <c:ptCount val="3"/>
                <c:pt idx="0">
                  <c:v>3388</c:v>
                </c:pt>
                <c:pt idx="1">
                  <c:v>3474</c:v>
                </c:pt>
                <c:pt idx="2">
                  <c:v>3415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74-4B0E-BB4B-C6B6096B23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075783199"/>
        <c:axId val="1075784031"/>
      </c:barChart>
      <c:lineChart>
        <c:grouping val="standard"/>
        <c:varyColors val="0"/>
        <c:ser>
          <c:idx val="1"/>
          <c:order val="1"/>
          <c:tx>
            <c:strRef>
              <c:f>Задача2!$C$3</c:f>
              <c:strCache>
                <c:ptCount val="1"/>
                <c:pt idx="0">
                  <c:v>Среднее по полю sum_payment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Задача2!$A$4:$A$7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Задача2!$C$4:$C$7</c:f>
              <c:numCache>
                <c:formatCode>_("₽"* #,##0.00_);_("₽"* \(#,##0.00\);_("₽"* "-"??_);_(@_)</c:formatCode>
                <c:ptCount val="3"/>
                <c:pt idx="0">
                  <c:v>18458.94598583235</c:v>
                </c:pt>
                <c:pt idx="1">
                  <c:v>18401.787852619458</c:v>
                </c:pt>
                <c:pt idx="2">
                  <c:v>19914.488140556368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C74-4B0E-BB4B-C6B6096B23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48860639"/>
        <c:axId val="1348858975"/>
      </c:lineChart>
      <c:catAx>
        <c:axId val="107578319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/>
                  <a:t>Дни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75784031"/>
        <c:crosses val="autoZero"/>
        <c:auto val="1"/>
        <c:lblAlgn val="ctr"/>
        <c:lblOffset val="100"/>
        <c:noMultiLvlLbl val="0"/>
      </c:catAx>
      <c:valAx>
        <c:axId val="10757840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dirty="0"/>
                  <a:t>Количество транзакций, шт.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75783199"/>
        <c:crosses val="autoZero"/>
        <c:crossBetween val="between"/>
      </c:valAx>
      <c:valAx>
        <c:axId val="1348858975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dirty="0"/>
                  <a:t>Средняя</a:t>
                </a:r>
                <a:r>
                  <a:rPr lang="ru-RU" sz="1200" baseline="0" dirty="0"/>
                  <a:t> выручка за день, руб.</a:t>
                </a:r>
                <a:endParaRPr lang="ru-RU" sz="12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_(&quot;₽&quot;* #,##0.00_);_(&quot;₽&quot;* \(#,##0.00\);_(&quot;₽&quot;* &quot;-&quot;??_);_(@_)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48860639"/>
        <c:crosses val="max"/>
        <c:crossBetween val="between"/>
      </c:valAx>
      <c:catAx>
        <c:axId val="134886063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3488589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[ДЗ_Excel-ТЗ2_Transaction_list_Коваленко.xlsx]ДЗ1!Сводная таблица3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2000" b="0" i="0">
                <a:effectLst/>
              </a:rPr>
              <a:t>Оценка экономии от снижения скидок лояльности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layout>
            <c:manualLayout>
              <c:x val="-0.10833333333333334"/>
              <c:y val="-5.5555555555555601E-2"/>
            </c:manualLayout>
          </c:layout>
          <c:spPr>
            <a:solidFill>
              <a:srgbClr val="FFC000">
                <a:alpha val="5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layout>
            <c:manualLayout>
              <c:x val="-1.1111111111111112E-2"/>
              <c:y val="-5.5555555555555552E-2"/>
            </c:manualLayout>
          </c:layout>
          <c:spPr>
            <a:solidFill>
              <a:srgbClr val="FFC000">
                <a:alpha val="5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layout>
            <c:manualLayout>
              <c:x val="2.4999999999999897E-2"/>
              <c:y val="-0.14351851851851857"/>
            </c:manualLayout>
          </c:layout>
          <c:spPr>
            <a:solidFill>
              <a:srgbClr val="FFC000">
                <a:alpha val="5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layout>
            <c:manualLayout>
              <c:x val="-0.10833333333333334"/>
              <c:y val="-5.5555555555555601E-2"/>
            </c:manualLayout>
          </c:layout>
          <c:spPr>
            <a:solidFill>
              <a:srgbClr val="FFC000">
                <a:alpha val="5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layout>
            <c:manualLayout>
              <c:x val="-1.1111111111111112E-2"/>
              <c:y val="-5.5555555555555552E-2"/>
            </c:manualLayout>
          </c:layout>
          <c:spPr>
            <a:solidFill>
              <a:srgbClr val="FFC000">
                <a:alpha val="5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layout>
            <c:manualLayout>
              <c:x val="2.4999999999999897E-2"/>
              <c:y val="-0.14351851851851857"/>
            </c:manualLayout>
          </c:layout>
          <c:spPr>
            <a:solidFill>
              <a:srgbClr val="FFC000">
                <a:alpha val="5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layout>
            <c:manualLayout>
              <c:x val="-0.10833333333333334"/>
              <c:y val="-5.5555555555555601E-2"/>
            </c:manualLayout>
          </c:layout>
          <c:spPr>
            <a:solidFill>
              <a:srgbClr val="FFC000">
                <a:alpha val="5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layout>
            <c:manualLayout>
              <c:x val="-1.1111111111111112E-2"/>
              <c:y val="-5.5555555555555552E-2"/>
            </c:manualLayout>
          </c:layout>
          <c:spPr>
            <a:solidFill>
              <a:srgbClr val="FFC000">
                <a:alpha val="5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layout>
            <c:manualLayout>
              <c:x val="2.4999999999999897E-2"/>
              <c:y val="-0.14351851851851857"/>
            </c:manualLayout>
          </c:layout>
          <c:spPr>
            <a:solidFill>
              <a:srgbClr val="FFC000">
                <a:alpha val="5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dLbl>
          <c:idx val="0"/>
          <c:layout>
            <c:manualLayout>
              <c:x val="-0.10833333333333334"/>
              <c:y val="-5.5555555555555601E-2"/>
            </c:manualLayout>
          </c:layout>
          <c:spPr>
            <a:solidFill>
              <a:srgbClr val="FFC000">
                <a:alpha val="5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dLbl>
          <c:idx val="0"/>
          <c:layout>
            <c:manualLayout>
              <c:x val="-1.1111111111111112E-2"/>
              <c:y val="-5.5555555555555552E-2"/>
            </c:manualLayout>
          </c:layout>
          <c:spPr>
            <a:solidFill>
              <a:srgbClr val="FFC000">
                <a:alpha val="5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dLbl>
          <c:idx val="0"/>
          <c:layout>
            <c:manualLayout>
              <c:x val="2.4999999999999897E-2"/>
              <c:y val="-0.14351851851851857"/>
            </c:manualLayout>
          </c:layout>
          <c:spPr>
            <a:solidFill>
              <a:srgbClr val="FFC000">
                <a:alpha val="5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dLbl>
          <c:idx val="0"/>
          <c:layout>
            <c:manualLayout>
              <c:x val="-0.10833333333333334"/>
              <c:y val="-5.5555555555555601E-2"/>
            </c:manualLayout>
          </c:layout>
          <c:spPr>
            <a:solidFill>
              <a:srgbClr val="FFC000">
                <a:alpha val="5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dLbl>
          <c:idx val="0"/>
          <c:layout>
            <c:manualLayout>
              <c:x val="-1.1111111111111112E-2"/>
              <c:y val="-5.5555555555555552E-2"/>
            </c:manualLayout>
          </c:layout>
          <c:spPr>
            <a:solidFill>
              <a:srgbClr val="FFC000">
                <a:alpha val="5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dLbl>
          <c:idx val="0"/>
          <c:layout>
            <c:manualLayout>
              <c:x val="2.4999999999999897E-2"/>
              <c:y val="-0.14351851851851857"/>
            </c:manualLayout>
          </c:layout>
          <c:spPr>
            <a:solidFill>
              <a:srgbClr val="FFC000">
                <a:alpha val="5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dLbl>
          <c:idx val="0"/>
          <c:layout>
            <c:manualLayout>
              <c:x val="-0.10833333333333334"/>
              <c:y val="-5.5555555555555601E-2"/>
            </c:manualLayout>
          </c:layout>
          <c:spPr>
            <a:solidFill>
              <a:srgbClr val="FFC000">
                <a:alpha val="5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dLbl>
          <c:idx val="0"/>
          <c:layout>
            <c:manualLayout>
              <c:x val="-1.1111111111111112E-2"/>
              <c:y val="-5.5555555555555552E-2"/>
            </c:manualLayout>
          </c:layout>
          <c:spPr>
            <a:solidFill>
              <a:srgbClr val="FFC000">
                <a:alpha val="5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dLbl>
          <c:idx val="0"/>
          <c:layout>
            <c:manualLayout>
              <c:x val="2.4999999999999897E-2"/>
              <c:y val="-0.14351851851851857"/>
            </c:manualLayout>
          </c:layout>
          <c:spPr>
            <a:solidFill>
              <a:srgbClr val="FFC000">
                <a:alpha val="5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ДЗ1!$B$28</c:f>
              <c:strCache>
                <c:ptCount val="1"/>
                <c:pt idx="0">
                  <c:v>Среднее по полю Новая экономия клиента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ДЗ1!$A$29:$A$32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ДЗ1!$B$29:$B$32</c:f>
              <c:numCache>
                <c:formatCode>General</c:formatCode>
                <c:ptCount val="3"/>
                <c:pt idx="0">
                  <c:v>109.21523429246328</c:v>
                </c:pt>
                <c:pt idx="1">
                  <c:v>112.88725823151709</c:v>
                </c:pt>
                <c:pt idx="2">
                  <c:v>123.08482985008166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0D-4321-A791-282948094B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047907600"/>
        <c:axId val="1047893040"/>
      </c:barChart>
      <c:lineChart>
        <c:grouping val="standard"/>
        <c:varyColors val="0"/>
        <c:ser>
          <c:idx val="1"/>
          <c:order val="1"/>
          <c:tx>
            <c:strRef>
              <c:f>ДЗ1!$C$28</c:f>
              <c:strCache>
                <c:ptCount val="1"/>
                <c:pt idx="0">
                  <c:v>Количество по полю id_transaction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0.10833333333333334"/>
                  <c:y val="-5.5555555555555601E-2"/>
                </c:manualLayout>
              </c:layout>
              <c:spPr>
                <a:solidFill>
                  <a:srgbClr val="FFC000">
                    <a:alpha val="50000"/>
                  </a:srgbClr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10D-4321-A791-282948094BDC}"/>
                </c:ext>
              </c:extLst>
            </c:dLbl>
            <c:dLbl>
              <c:idx val="1"/>
              <c:layout>
                <c:manualLayout>
                  <c:x val="-1.1111111111111112E-2"/>
                  <c:y val="-5.5555555555555552E-2"/>
                </c:manualLayout>
              </c:layout>
              <c:spPr>
                <a:solidFill>
                  <a:srgbClr val="FFC000">
                    <a:alpha val="50000"/>
                  </a:srgbClr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10D-4321-A791-282948094BDC}"/>
                </c:ext>
              </c:extLst>
            </c:dLbl>
            <c:dLbl>
              <c:idx val="2"/>
              <c:layout>
                <c:manualLayout>
                  <c:x val="2.4999999999999897E-2"/>
                  <c:y val="-0.14351851851851857"/>
                </c:manualLayout>
              </c:layout>
              <c:spPr>
                <a:solidFill>
                  <a:srgbClr val="FFC000">
                    <a:alpha val="50000"/>
                  </a:srgbClr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10D-4321-A791-282948094BD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ДЗ1!$A$29:$A$32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ДЗ1!$C$29:$C$32</c:f>
              <c:numCache>
                <c:formatCode>General</c:formatCode>
                <c:ptCount val="3"/>
                <c:pt idx="0">
                  <c:v>10120</c:v>
                </c:pt>
                <c:pt idx="1">
                  <c:v>10217</c:v>
                </c:pt>
                <c:pt idx="2">
                  <c:v>10053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F10D-4321-A791-282948094B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45424"/>
        <c:axId val="10459152"/>
      </c:lineChart>
      <c:catAx>
        <c:axId val="104790760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/>
                  <a:t>Дни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47893040"/>
        <c:crosses val="autoZero"/>
        <c:auto val="1"/>
        <c:lblAlgn val="ctr"/>
        <c:lblOffset val="100"/>
        <c:noMultiLvlLbl val="0"/>
      </c:catAx>
      <c:valAx>
        <c:axId val="10478930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dirty="0"/>
                  <a:t>Средняя экономия клиента, </a:t>
                </a:r>
                <a:r>
                  <a:rPr lang="ru-RU" sz="1200" dirty="0" err="1"/>
                  <a:t>руб</a:t>
                </a:r>
                <a:endParaRPr lang="ru-RU" sz="1200" dirty="0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47907600"/>
        <c:crosses val="autoZero"/>
        <c:crossBetween val="between"/>
      </c:valAx>
      <c:valAx>
        <c:axId val="10459152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dirty="0"/>
                  <a:t>Количество</a:t>
                </a:r>
                <a:r>
                  <a:rPr lang="ru-RU" sz="1200" baseline="0" dirty="0"/>
                  <a:t> транзакций, шт.</a:t>
                </a:r>
                <a:endParaRPr lang="ru-RU" sz="1200" dirty="0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445424"/>
        <c:crosses val="max"/>
        <c:crossBetween val="between"/>
      </c:valAx>
      <c:catAx>
        <c:axId val="1044542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59152"/>
        <c:crosses val="autoZero"/>
        <c:auto val="1"/>
        <c:lblAlgn val="ctr"/>
        <c:lblOffset val="100"/>
        <c:noMultiLvlLbl val="0"/>
      </c:catAx>
    </c:plotArea>
    <c:plotVisOnly val="1"/>
    <c:dispBlanksAs val="gap"/>
    <c:showDLblsOverMax val="0"/>
    <c:extLst/>
  </c:chart>
  <c:txPr>
    <a:bodyPr/>
    <a:lstStyle/>
    <a:p>
      <a:pPr>
        <a:defRPr/>
      </a:pPr>
      <a:endParaRPr lang="ru-RU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6178C7-6E2C-41C8-984C-3931D8ABEE6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C1A03F71-BAAB-4283-9A07-8BE81BBF9B80}">
      <dgm:prSet/>
      <dgm:spPr/>
      <dgm:t>
        <a:bodyPr/>
        <a:lstStyle/>
        <a:p>
          <a:r>
            <a:rPr lang="ru-RU"/>
            <a:t>Цели исследования</a:t>
          </a:r>
        </a:p>
      </dgm:t>
    </dgm:pt>
    <dgm:pt modelId="{BA7B7430-D79D-45AA-B6B4-0979333732B4}" type="parTrans" cxnId="{39E4D258-E9E7-4534-BAC3-606854140F97}">
      <dgm:prSet/>
      <dgm:spPr/>
      <dgm:t>
        <a:bodyPr/>
        <a:lstStyle/>
        <a:p>
          <a:endParaRPr lang="ru-RU"/>
        </a:p>
      </dgm:t>
    </dgm:pt>
    <dgm:pt modelId="{93FE48C8-48FE-48D2-A3E8-E7B6AEE7716C}" type="sibTrans" cxnId="{39E4D258-E9E7-4534-BAC3-606854140F97}">
      <dgm:prSet/>
      <dgm:spPr/>
      <dgm:t>
        <a:bodyPr/>
        <a:lstStyle/>
        <a:p>
          <a:endParaRPr lang="ru-RU"/>
        </a:p>
      </dgm:t>
    </dgm:pt>
    <dgm:pt modelId="{6947A27D-16C6-4CE2-874F-E193223E6F23}">
      <dgm:prSet/>
      <dgm:spPr/>
      <dgm:t>
        <a:bodyPr/>
        <a:lstStyle/>
        <a:p>
          <a:r>
            <a:rPr lang="ru-RU" dirty="0"/>
            <a:t>Выявить причины роста транзакций</a:t>
          </a:r>
        </a:p>
      </dgm:t>
    </dgm:pt>
    <dgm:pt modelId="{A002FA43-15CD-4331-B31F-D05544A85BFB}" type="parTrans" cxnId="{DD686DCB-A998-4B69-A478-5B23E61CB4D1}">
      <dgm:prSet/>
      <dgm:spPr/>
      <dgm:t>
        <a:bodyPr/>
        <a:lstStyle/>
        <a:p>
          <a:endParaRPr lang="ru-RU"/>
        </a:p>
      </dgm:t>
    </dgm:pt>
    <dgm:pt modelId="{3706DC9C-9286-4AF3-A69C-AC7757586CD4}" type="sibTrans" cxnId="{DD686DCB-A998-4B69-A478-5B23E61CB4D1}">
      <dgm:prSet/>
      <dgm:spPr/>
      <dgm:t>
        <a:bodyPr/>
        <a:lstStyle/>
        <a:p>
          <a:endParaRPr lang="ru-RU"/>
        </a:p>
      </dgm:t>
    </dgm:pt>
    <dgm:pt modelId="{50502035-98ED-4F44-BD03-C33A2B86BB9F}">
      <dgm:prSet/>
      <dgm:spPr/>
      <dgm:t>
        <a:bodyPr/>
        <a:lstStyle/>
        <a:p>
          <a:r>
            <a:rPr lang="ru-RU"/>
            <a:t>Проанализировать нагрузку на серверы</a:t>
          </a:r>
        </a:p>
      </dgm:t>
    </dgm:pt>
    <dgm:pt modelId="{9F87B8C7-542F-47F1-BBE4-049C0C06B7FD}" type="parTrans" cxnId="{725F26FC-C376-4A47-9702-7B9CAA54CDE4}">
      <dgm:prSet/>
      <dgm:spPr/>
      <dgm:t>
        <a:bodyPr/>
        <a:lstStyle/>
        <a:p>
          <a:endParaRPr lang="ru-RU"/>
        </a:p>
      </dgm:t>
    </dgm:pt>
    <dgm:pt modelId="{0ED50FB6-A45E-4453-BECD-709B088D27F6}" type="sibTrans" cxnId="{725F26FC-C376-4A47-9702-7B9CAA54CDE4}">
      <dgm:prSet/>
      <dgm:spPr/>
      <dgm:t>
        <a:bodyPr/>
        <a:lstStyle/>
        <a:p>
          <a:endParaRPr lang="ru-RU"/>
        </a:p>
      </dgm:t>
    </dgm:pt>
    <dgm:pt modelId="{2D12EEC7-1532-4D30-8D48-D51546FDFAA1}">
      <dgm:prSet/>
      <dgm:spPr/>
      <dgm:t>
        <a:bodyPr/>
        <a:lstStyle/>
        <a:p>
          <a:r>
            <a:rPr lang="ru-RU"/>
            <a:t>Оценить влияние касс самообслуживания</a:t>
          </a:r>
        </a:p>
      </dgm:t>
    </dgm:pt>
    <dgm:pt modelId="{4D63F8B6-3B05-426E-8B04-0732B60A92D7}" type="parTrans" cxnId="{B8A520AC-8C3E-425D-B268-8C89D8FE80D2}">
      <dgm:prSet/>
      <dgm:spPr/>
      <dgm:t>
        <a:bodyPr/>
        <a:lstStyle/>
        <a:p>
          <a:endParaRPr lang="ru-RU"/>
        </a:p>
      </dgm:t>
    </dgm:pt>
    <dgm:pt modelId="{D0CC609E-7853-4588-96DE-79C8E40CAEF3}" type="sibTrans" cxnId="{B8A520AC-8C3E-425D-B268-8C89D8FE80D2}">
      <dgm:prSet/>
      <dgm:spPr/>
      <dgm:t>
        <a:bodyPr/>
        <a:lstStyle/>
        <a:p>
          <a:endParaRPr lang="ru-RU"/>
        </a:p>
      </dgm:t>
    </dgm:pt>
    <dgm:pt modelId="{135F67ED-B0AF-402F-8511-215BCAEA2051}">
      <dgm:prSet/>
      <dgm:spPr/>
      <dgm:t>
        <a:bodyPr/>
        <a:lstStyle/>
        <a:p>
          <a:r>
            <a:rPr lang="ru-RU"/>
            <a:t>Изучить последствия технических сбоев</a:t>
          </a:r>
        </a:p>
      </dgm:t>
    </dgm:pt>
    <dgm:pt modelId="{6202241C-C908-40ED-B40D-1774B8969495}" type="parTrans" cxnId="{D3CEF18B-EEE3-4213-990A-EA8D35FBA9CD}">
      <dgm:prSet/>
      <dgm:spPr/>
      <dgm:t>
        <a:bodyPr/>
        <a:lstStyle/>
        <a:p>
          <a:endParaRPr lang="ru-RU"/>
        </a:p>
      </dgm:t>
    </dgm:pt>
    <dgm:pt modelId="{D7B10879-04CB-42F0-A968-2A02CB2D1971}" type="sibTrans" cxnId="{D3CEF18B-EEE3-4213-990A-EA8D35FBA9CD}">
      <dgm:prSet/>
      <dgm:spPr/>
      <dgm:t>
        <a:bodyPr/>
        <a:lstStyle/>
        <a:p>
          <a:endParaRPr lang="ru-RU"/>
        </a:p>
      </dgm:t>
    </dgm:pt>
    <dgm:pt modelId="{41E46305-A056-4984-A42B-304935273939}">
      <dgm:prSet/>
      <dgm:spPr/>
      <dgm:t>
        <a:bodyPr/>
        <a:lstStyle/>
        <a:p>
          <a:r>
            <a:rPr lang="ru-RU"/>
            <a:t>Рассчитать эффект маркетинговой акции</a:t>
          </a:r>
        </a:p>
      </dgm:t>
    </dgm:pt>
    <dgm:pt modelId="{D2103232-1CF0-4799-A368-A9D5AC1A3796}" type="parTrans" cxnId="{36ADF285-8D3B-48A3-AE09-D1F0FCA292F3}">
      <dgm:prSet/>
      <dgm:spPr/>
      <dgm:t>
        <a:bodyPr/>
        <a:lstStyle/>
        <a:p>
          <a:endParaRPr lang="ru-RU"/>
        </a:p>
      </dgm:t>
    </dgm:pt>
    <dgm:pt modelId="{9F68C749-E47B-4568-AAF4-93DA845EF58D}" type="sibTrans" cxnId="{36ADF285-8D3B-48A3-AE09-D1F0FCA292F3}">
      <dgm:prSet/>
      <dgm:spPr/>
      <dgm:t>
        <a:bodyPr/>
        <a:lstStyle/>
        <a:p>
          <a:endParaRPr lang="ru-RU"/>
        </a:p>
      </dgm:t>
    </dgm:pt>
    <dgm:pt modelId="{BFE5CBC3-8A80-4DF4-998E-811FBF27D250}">
      <dgm:prSet/>
      <dgm:spPr/>
      <dgm:t>
        <a:bodyPr/>
        <a:lstStyle/>
        <a:p>
          <a:r>
            <a:rPr lang="ru-RU"/>
            <a:t>Оценить программу лояльности</a:t>
          </a:r>
        </a:p>
      </dgm:t>
    </dgm:pt>
    <dgm:pt modelId="{C238A374-7EF6-4E74-87CB-BBB47AB03CC3}" type="parTrans" cxnId="{994F72AB-8281-4183-979D-4960CAEF938C}">
      <dgm:prSet/>
      <dgm:spPr/>
      <dgm:t>
        <a:bodyPr/>
        <a:lstStyle/>
        <a:p>
          <a:endParaRPr lang="ru-RU"/>
        </a:p>
      </dgm:t>
    </dgm:pt>
    <dgm:pt modelId="{A64FF740-BBD9-4814-9112-1FA9F9EE40AA}" type="sibTrans" cxnId="{994F72AB-8281-4183-979D-4960CAEF938C}">
      <dgm:prSet/>
      <dgm:spPr/>
      <dgm:t>
        <a:bodyPr/>
        <a:lstStyle/>
        <a:p>
          <a:endParaRPr lang="ru-RU"/>
        </a:p>
      </dgm:t>
    </dgm:pt>
    <dgm:pt modelId="{6DE8A068-E0DB-4B3C-9DD0-F6CA855BCE0D}" type="pres">
      <dgm:prSet presAssocID="{7F6178C7-6E2C-41C8-984C-3931D8ABEE66}" presName="linear" presStyleCnt="0">
        <dgm:presLayoutVars>
          <dgm:animLvl val="lvl"/>
          <dgm:resizeHandles val="exact"/>
        </dgm:presLayoutVars>
      </dgm:prSet>
      <dgm:spPr/>
    </dgm:pt>
    <dgm:pt modelId="{1CC7ED1B-E03D-4360-AB7B-AB1FC396DD96}" type="pres">
      <dgm:prSet presAssocID="{C1A03F71-BAAB-4283-9A07-8BE81BBF9B80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E069F44A-2DE5-46A2-8A45-DA433B7B16D9}" type="pres">
      <dgm:prSet presAssocID="{C1A03F71-BAAB-4283-9A07-8BE81BBF9B80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D6307809-DDA4-4CD9-BAC8-1C5739140CF2}" type="presOf" srcId="{50502035-98ED-4F44-BD03-C33A2B86BB9F}" destId="{E069F44A-2DE5-46A2-8A45-DA433B7B16D9}" srcOrd="0" destOrd="1" presId="urn:microsoft.com/office/officeart/2005/8/layout/vList2"/>
    <dgm:cxn modelId="{534F393A-C6CE-4150-8B25-5CE77C79C532}" type="presOf" srcId="{41E46305-A056-4984-A42B-304935273939}" destId="{E069F44A-2DE5-46A2-8A45-DA433B7B16D9}" srcOrd="0" destOrd="4" presId="urn:microsoft.com/office/officeart/2005/8/layout/vList2"/>
    <dgm:cxn modelId="{66C44E3A-6850-4028-A55A-876194E7B677}" type="presOf" srcId="{C1A03F71-BAAB-4283-9A07-8BE81BBF9B80}" destId="{1CC7ED1B-E03D-4360-AB7B-AB1FC396DD96}" srcOrd="0" destOrd="0" presId="urn:microsoft.com/office/officeart/2005/8/layout/vList2"/>
    <dgm:cxn modelId="{700AB85E-93F0-4EC7-B0ED-4836C6993CE5}" type="presOf" srcId="{BFE5CBC3-8A80-4DF4-998E-811FBF27D250}" destId="{E069F44A-2DE5-46A2-8A45-DA433B7B16D9}" srcOrd="0" destOrd="5" presId="urn:microsoft.com/office/officeart/2005/8/layout/vList2"/>
    <dgm:cxn modelId="{3C98D66C-9E2A-4391-BA03-27CDB0151545}" type="presOf" srcId="{6947A27D-16C6-4CE2-874F-E193223E6F23}" destId="{E069F44A-2DE5-46A2-8A45-DA433B7B16D9}" srcOrd="0" destOrd="0" presId="urn:microsoft.com/office/officeart/2005/8/layout/vList2"/>
    <dgm:cxn modelId="{39E4D258-E9E7-4534-BAC3-606854140F97}" srcId="{7F6178C7-6E2C-41C8-984C-3931D8ABEE66}" destId="{C1A03F71-BAAB-4283-9A07-8BE81BBF9B80}" srcOrd="0" destOrd="0" parTransId="{BA7B7430-D79D-45AA-B6B4-0979333732B4}" sibTransId="{93FE48C8-48FE-48D2-A3E8-E7B6AEE7716C}"/>
    <dgm:cxn modelId="{36ADF285-8D3B-48A3-AE09-D1F0FCA292F3}" srcId="{C1A03F71-BAAB-4283-9A07-8BE81BBF9B80}" destId="{41E46305-A056-4984-A42B-304935273939}" srcOrd="4" destOrd="0" parTransId="{D2103232-1CF0-4799-A368-A9D5AC1A3796}" sibTransId="{9F68C749-E47B-4568-AAF4-93DA845EF58D}"/>
    <dgm:cxn modelId="{D3CEF18B-EEE3-4213-990A-EA8D35FBA9CD}" srcId="{C1A03F71-BAAB-4283-9A07-8BE81BBF9B80}" destId="{135F67ED-B0AF-402F-8511-215BCAEA2051}" srcOrd="3" destOrd="0" parTransId="{6202241C-C908-40ED-B40D-1774B8969495}" sibTransId="{D7B10879-04CB-42F0-A968-2A02CB2D1971}"/>
    <dgm:cxn modelId="{994F72AB-8281-4183-979D-4960CAEF938C}" srcId="{C1A03F71-BAAB-4283-9A07-8BE81BBF9B80}" destId="{BFE5CBC3-8A80-4DF4-998E-811FBF27D250}" srcOrd="5" destOrd="0" parTransId="{C238A374-7EF6-4E74-87CB-BBB47AB03CC3}" sibTransId="{A64FF740-BBD9-4814-9112-1FA9F9EE40AA}"/>
    <dgm:cxn modelId="{B8A520AC-8C3E-425D-B268-8C89D8FE80D2}" srcId="{C1A03F71-BAAB-4283-9A07-8BE81BBF9B80}" destId="{2D12EEC7-1532-4D30-8D48-D51546FDFAA1}" srcOrd="2" destOrd="0" parTransId="{4D63F8B6-3B05-426E-8B04-0732B60A92D7}" sibTransId="{D0CC609E-7853-4588-96DE-79C8E40CAEF3}"/>
    <dgm:cxn modelId="{51DB61AE-D6C3-4CFD-8D91-ABE816C6D14C}" type="presOf" srcId="{2D12EEC7-1532-4D30-8D48-D51546FDFAA1}" destId="{E069F44A-2DE5-46A2-8A45-DA433B7B16D9}" srcOrd="0" destOrd="2" presId="urn:microsoft.com/office/officeart/2005/8/layout/vList2"/>
    <dgm:cxn modelId="{0804D8C6-EB6C-4C9C-AC78-79A971264DCD}" type="presOf" srcId="{135F67ED-B0AF-402F-8511-215BCAEA2051}" destId="{E069F44A-2DE5-46A2-8A45-DA433B7B16D9}" srcOrd="0" destOrd="3" presId="urn:microsoft.com/office/officeart/2005/8/layout/vList2"/>
    <dgm:cxn modelId="{DD686DCB-A998-4B69-A478-5B23E61CB4D1}" srcId="{C1A03F71-BAAB-4283-9A07-8BE81BBF9B80}" destId="{6947A27D-16C6-4CE2-874F-E193223E6F23}" srcOrd="0" destOrd="0" parTransId="{A002FA43-15CD-4331-B31F-D05544A85BFB}" sibTransId="{3706DC9C-9286-4AF3-A69C-AC7757586CD4}"/>
    <dgm:cxn modelId="{814777F6-49A8-48B1-877A-A52C699A6D52}" type="presOf" srcId="{7F6178C7-6E2C-41C8-984C-3931D8ABEE66}" destId="{6DE8A068-E0DB-4B3C-9DD0-F6CA855BCE0D}" srcOrd="0" destOrd="0" presId="urn:microsoft.com/office/officeart/2005/8/layout/vList2"/>
    <dgm:cxn modelId="{725F26FC-C376-4A47-9702-7B9CAA54CDE4}" srcId="{C1A03F71-BAAB-4283-9A07-8BE81BBF9B80}" destId="{50502035-98ED-4F44-BD03-C33A2B86BB9F}" srcOrd="1" destOrd="0" parTransId="{9F87B8C7-542F-47F1-BBE4-049C0C06B7FD}" sibTransId="{0ED50FB6-A45E-4453-BECD-709B088D27F6}"/>
    <dgm:cxn modelId="{E467D481-7252-474B-BAB9-D5D8BAFABFD8}" type="presParOf" srcId="{6DE8A068-E0DB-4B3C-9DD0-F6CA855BCE0D}" destId="{1CC7ED1B-E03D-4360-AB7B-AB1FC396DD96}" srcOrd="0" destOrd="0" presId="urn:microsoft.com/office/officeart/2005/8/layout/vList2"/>
    <dgm:cxn modelId="{CC82DD45-5CC0-40CE-9F31-7697D5477E78}" type="presParOf" srcId="{6DE8A068-E0DB-4B3C-9DD0-F6CA855BCE0D}" destId="{E069F44A-2DE5-46A2-8A45-DA433B7B16D9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F6178C7-6E2C-41C8-984C-3931D8ABEE6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1A03F71-BAAB-4283-9A07-8BE81BBF9B80}">
      <dgm:prSet/>
      <dgm:spPr/>
      <dgm:t>
        <a:bodyPr/>
        <a:lstStyle/>
        <a:p>
          <a:r>
            <a:rPr lang="ru-RU" dirty="0"/>
            <a:t>Основные результаты</a:t>
          </a:r>
        </a:p>
      </dgm:t>
    </dgm:pt>
    <dgm:pt modelId="{BA7B7430-D79D-45AA-B6B4-0979333732B4}" type="parTrans" cxnId="{39E4D258-E9E7-4534-BAC3-606854140F97}">
      <dgm:prSet/>
      <dgm:spPr/>
      <dgm:t>
        <a:bodyPr/>
        <a:lstStyle/>
        <a:p>
          <a:endParaRPr lang="ru-RU"/>
        </a:p>
      </dgm:t>
    </dgm:pt>
    <dgm:pt modelId="{93FE48C8-48FE-48D2-A3E8-E7B6AEE7716C}" type="sibTrans" cxnId="{39E4D258-E9E7-4534-BAC3-606854140F97}">
      <dgm:prSet/>
      <dgm:spPr/>
      <dgm:t>
        <a:bodyPr/>
        <a:lstStyle/>
        <a:p>
          <a:endParaRPr lang="ru-RU"/>
        </a:p>
      </dgm:t>
    </dgm:pt>
    <dgm:pt modelId="{6947A27D-16C6-4CE2-874F-E193223E6F23}">
      <dgm:prSet/>
      <dgm:spPr/>
      <dgm:t>
        <a:bodyPr/>
        <a:lstStyle/>
        <a:p>
          <a:r>
            <a:rPr lang="ru-RU" dirty="0"/>
            <a:t>Найдены причины роста транзакций</a:t>
          </a:r>
        </a:p>
      </dgm:t>
    </dgm:pt>
    <dgm:pt modelId="{A002FA43-15CD-4331-B31F-D05544A85BFB}" type="parTrans" cxnId="{DD686DCB-A998-4B69-A478-5B23E61CB4D1}">
      <dgm:prSet/>
      <dgm:spPr/>
      <dgm:t>
        <a:bodyPr/>
        <a:lstStyle/>
        <a:p>
          <a:endParaRPr lang="ru-RU"/>
        </a:p>
      </dgm:t>
    </dgm:pt>
    <dgm:pt modelId="{3706DC9C-9286-4AF3-A69C-AC7757586CD4}" type="sibTrans" cxnId="{DD686DCB-A998-4B69-A478-5B23E61CB4D1}">
      <dgm:prSet/>
      <dgm:spPr/>
      <dgm:t>
        <a:bodyPr/>
        <a:lstStyle/>
        <a:p>
          <a:endParaRPr lang="ru-RU"/>
        </a:p>
      </dgm:t>
    </dgm:pt>
    <dgm:pt modelId="{0A0E90EA-F7DE-42D7-93A5-3CB4A894A57B}">
      <dgm:prSet/>
      <dgm:spPr/>
      <dgm:t>
        <a:bodyPr/>
        <a:lstStyle/>
        <a:p>
          <a:r>
            <a:rPr lang="ru-RU" dirty="0"/>
            <a:t>Подтверждено влияние транзакций</a:t>
          </a:r>
          <a:endParaRPr lang="en-US" dirty="0"/>
        </a:p>
      </dgm:t>
    </dgm:pt>
    <dgm:pt modelId="{DA0DEDCA-769B-47C0-988A-62861ECBC31B}" type="parTrans" cxnId="{26AE4136-2534-4867-A220-1CDC54881798}">
      <dgm:prSet/>
      <dgm:spPr/>
      <dgm:t>
        <a:bodyPr/>
        <a:lstStyle/>
        <a:p>
          <a:endParaRPr lang="ru-RU"/>
        </a:p>
      </dgm:t>
    </dgm:pt>
    <dgm:pt modelId="{5AB39AE9-6727-45D3-9A4E-0CC120FACAD8}" type="sibTrans" cxnId="{26AE4136-2534-4867-A220-1CDC54881798}">
      <dgm:prSet/>
      <dgm:spPr/>
      <dgm:t>
        <a:bodyPr/>
        <a:lstStyle/>
        <a:p>
          <a:endParaRPr lang="ru-RU"/>
        </a:p>
      </dgm:t>
    </dgm:pt>
    <dgm:pt modelId="{9F59F0F2-573E-47FA-993E-04AE9BEF6B34}">
      <dgm:prSet/>
      <dgm:spPr/>
      <dgm:t>
        <a:bodyPr/>
        <a:lstStyle/>
        <a:p>
          <a:r>
            <a:rPr lang="ru-RU" dirty="0"/>
            <a:t>Оценены последствия сбоев</a:t>
          </a:r>
        </a:p>
      </dgm:t>
    </dgm:pt>
    <dgm:pt modelId="{4D6B4669-BF06-4132-B4C3-268EF15D75D1}" type="parTrans" cxnId="{11A0FDC9-D85A-4152-B931-26E4724B32B2}">
      <dgm:prSet/>
      <dgm:spPr/>
      <dgm:t>
        <a:bodyPr/>
        <a:lstStyle/>
        <a:p>
          <a:endParaRPr lang="ru-RU"/>
        </a:p>
      </dgm:t>
    </dgm:pt>
    <dgm:pt modelId="{C5F37C1B-D5DC-4335-B75C-9A9CFEB554C9}" type="sibTrans" cxnId="{11A0FDC9-D85A-4152-B931-26E4724B32B2}">
      <dgm:prSet/>
      <dgm:spPr/>
      <dgm:t>
        <a:bodyPr/>
        <a:lstStyle/>
        <a:p>
          <a:endParaRPr lang="ru-RU"/>
        </a:p>
      </dgm:t>
    </dgm:pt>
    <dgm:pt modelId="{AE5F385D-429F-4B87-84B7-3C92EE24AFA1}">
      <dgm:prSet/>
      <dgm:spPr/>
      <dgm:t>
        <a:bodyPr/>
        <a:lstStyle/>
        <a:p>
          <a:r>
            <a:rPr lang="ru-RU" dirty="0"/>
            <a:t>Подтверждена эффективность акции</a:t>
          </a:r>
        </a:p>
      </dgm:t>
    </dgm:pt>
    <dgm:pt modelId="{30C33F81-41C4-4065-87EA-75F7C29385A5}" type="parTrans" cxnId="{1BF9563B-7EC3-45C7-B429-E151561957E0}">
      <dgm:prSet/>
      <dgm:spPr/>
      <dgm:t>
        <a:bodyPr/>
        <a:lstStyle/>
        <a:p>
          <a:endParaRPr lang="ru-RU"/>
        </a:p>
      </dgm:t>
    </dgm:pt>
    <dgm:pt modelId="{C9AEAB96-EB9D-403F-B27A-22CCB0028978}" type="sibTrans" cxnId="{1BF9563B-7EC3-45C7-B429-E151561957E0}">
      <dgm:prSet/>
      <dgm:spPr/>
      <dgm:t>
        <a:bodyPr/>
        <a:lstStyle/>
        <a:p>
          <a:endParaRPr lang="ru-RU"/>
        </a:p>
      </dgm:t>
    </dgm:pt>
    <dgm:pt modelId="{6D009D42-AE17-4FB3-8B39-1DD5F2CE582C}">
      <dgm:prSet/>
      <dgm:spPr/>
      <dgm:t>
        <a:bodyPr/>
        <a:lstStyle/>
        <a:p>
          <a:r>
            <a:rPr lang="ru-RU" dirty="0"/>
            <a:t>Предложены изменения программы лояльности</a:t>
          </a:r>
        </a:p>
      </dgm:t>
    </dgm:pt>
    <dgm:pt modelId="{3819513F-C51E-4543-A72E-C3484FFD856C}" type="parTrans" cxnId="{C6756127-5C74-4961-AFA0-5A984E111909}">
      <dgm:prSet/>
      <dgm:spPr/>
      <dgm:t>
        <a:bodyPr/>
        <a:lstStyle/>
        <a:p>
          <a:endParaRPr lang="ru-RU"/>
        </a:p>
      </dgm:t>
    </dgm:pt>
    <dgm:pt modelId="{21DCCC1D-2436-4FCC-8981-B4867F6AF92E}" type="sibTrans" cxnId="{C6756127-5C74-4961-AFA0-5A984E111909}">
      <dgm:prSet/>
      <dgm:spPr/>
      <dgm:t>
        <a:bodyPr/>
        <a:lstStyle/>
        <a:p>
          <a:endParaRPr lang="ru-RU"/>
        </a:p>
      </dgm:t>
    </dgm:pt>
    <dgm:pt modelId="{B0F7FDA0-7C8E-4EDD-B5BC-11B03C9C1A0C}">
      <dgm:prSet/>
      <dgm:spPr/>
      <dgm:t>
        <a:bodyPr/>
        <a:lstStyle/>
        <a:p>
          <a:r>
            <a:rPr lang="ru-RU" dirty="0"/>
            <a:t>Предложена оптимизация серверной нагрузки</a:t>
          </a:r>
        </a:p>
      </dgm:t>
    </dgm:pt>
    <dgm:pt modelId="{606EA7C7-8724-4600-9542-8AE2D550FBAE}" type="parTrans" cxnId="{B7DA5384-9455-4F73-9F40-0D7B2CC6BF9A}">
      <dgm:prSet/>
      <dgm:spPr/>
      <dgm:t>
        <a:bodyPr/>
        <a:lstStyle/>
        <a:p>
          <a:endParaRPr lang="ru-RU"/>
        </a:p>
      </dgm:t>
    </dgm:pt>
    <dgm:pt modelId="{6FF91B0C-4A5B-4CB1-A999-A64E3FBCA6BC}" type="sibTrans" cxnId="{B7DA5384-9455-4F73-9F40-0D7B2CC6BF9A}">
      <dgm:prSet/>
      <dgm:spPr/>
      <dgm:t>
        <a:bodyPr/>
        <a:lstStyle/>
        <a:p>
          <a:endParaRPr lang="ru-RU"/>
        </a:p>
      </dgm:t>
    </dgm:pt>
    <dgm:pt modelId="{6DE8A068-E0DB-4B3C-9DD0-F6CA855BCE0D}" type="pres">
      <dgm:prSet presAssocID="{7F6178C7-6E2C-41C8-984C-3931D8ABEE66}" presName="linear" presStyleCnt="0">
        <dgm:presLayoutVars>
          <dgm:animLvl val="lvl"/>
          <dgm:resizeHandles val="exact"/>
        </dgm:presLayoutVars>
      </dgm:prSet>
      <dgm:spPr/>
    </dgm:pt>
    <dgm:pt modelId="{1CC7ED1B-E03D-4360-AB7B-AB1FC396DD96}" type="pres">
      <dgm:prSet presAssocID="{C1A03F71-BAAB-4283-9A07-8BE81BBF9B80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E069F44A-2DE5-46A2-8A45-DA433B7B16D9}" type="pres">
      <dgm:prSet presAssocID="{C1A03F71-BAAB-4283-9A07-8BE81BBF9B80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C6756127-5C74-4961-AFA0-5A984E111909}" srcId="{C1A03F71-BAAB-4283-9A07-8BE81BBF9B80}" destId="{6D009D42-AE17-4FB3-8B39-1DD5F2CE582C}" srcOrd="5" destOrd="0" parTransId="{3819513F-C51E-4543-A72E-C3484FFD856C}" sibTransId="{21DCCC1D-2436-4FCC-8981-B4867F6AF92E}"/>
    <dgm:cxn modelId="{F9444428-3D11-4A2B-A411-E5E4F9337F42}" type="presOf" srcId="{0A0E90EA-F7DE-42D7-93A5-3CB4A894A57B}" destId="{E069F44A-2DE5-46A2-8A45-DA433B7B16D9}" srcOrd="0" destOrd="2" presId="urn:microsoft.com/office/officeart/2005/8/layout/vList2"/>
    <dgm:cxn modelId="{26AE4136-2534-4867-A220-1CDC54881798}" srcId="{C1A03F71-BAAB-4283-9A07-8BE81BBF9B80}" destId="{0A0E90EA-F7DE-42D7-93A5-3CB4A894A57B}" srcOrd="2" destOrd="0" parTransId="{DA0DEDCA-769B-47C0-988A-62861ECBC31B}" sibTransId="{5AB39AE9-6727-45D3-9A4E-0CC120FACAD8}"/>
    <dgm:cxn modelId="{66C44E3A-6850-4028-A55A-876194E7B677}" type="presOf" srcId="{C1A03F71-BAAB-4283-9A07-8BE81BBF9B80}" destId="{1CC7ED1B-E03D-4360-AB7B-AB1FC396DD96}" srcOrd="0" destOrd="0" presId="urn:microsoft.com/office/officeart/2005/8/layout/vList2"/>
    <dgm:cxn modelId="{1BF9563B-7EC3-45C7-B429-E151561957E0}" srcId="{C1A03F71-BAAB-4283-9A07-8BE81BBF9B80}" destId="{AE5F385D-429F-4B87-84B7-3C92EE24AFA1}" srcOrd="4" destOrd="0" parTransId="{30C33F81-41C4-4065-87EA-75F7C29385A5}" sibTransId="{C9AEAB96-EB9D-403F-B27A-22CCB0028978}"/>
    <dgm:cxn modelId="{DA481447-2FBC-4FAA-974D-8EB7122D720B}" type="presOf" srcId="{AE5F385D-429F-4B87-84B7-3C92EE24AFA1}" destId="{E069F44A-2DE5-46A2-8A45-DA433B7B16D9}" srcOrd="0" destOrd="4" presId="urn:microsoft.com/office/officeart/2005/8/layout/vList2"/>
    <dgm:cxn modelId="{3C98D66C-9E2A-4391-BA03-27CDB0151545}" type="presOf" srcId="{6947A27D-16C6-4CE2-874F-E193223E6F23}" destId="{E069F44A-2DE5-46A2-8A45-DA433B7B16D9}" srcOrd="0" destOrd="0" presId="urn:microsoft.com/office/officeart/2005/8/layout/vList2"/>
    <dgm:cxn modelId="{1F3A5773-2A07-47A8-B1BA-67D8F3514EA2}" type="presOf" srcId="{9F59F0F2-573E-47FA-993E-04AE9BEF6B34}" destId="{E069F44A-2DE5-46A2-8A45-DA433B7B16D9}" srcOrd="0" destOrd="3" presId="urn:microsoft.com/office/officeart/2005/8/layout/vList2"/>
    <dgm:cxn modelId="{39E4D258-E9E7-4534-BAC3-606854140F97}" srcId="{7F6178C7-6E2C-41C8-984C-3931D8ABEE66}" destId="{C1A03F71-BAAB-4283-9A07-8BE81BBF9B80}" srcOrd="0" destOrd="0" parTransId="{BA7B7430-D79D-45AA-B6B4-0979333732B4}" sibTransId="{93FE48C8-48FE-48D2-A3E8-E7B6AEE7716C}"/>
    <dgm:cxn modelId="{B7DA5384-9455-4F73-9F40-0D7B2CC6BF9A}" srcId="{C1A03F71-BAAB-4283-9A07-8BE81BBF9B80}" destId="{B0F7FDA0-7C8E-4EDD-B5BC-11B03C9C1A0C}" srcOrd="1" destOrd="0" parTransId="{606EA7C7-8724-4600-9542-8AE2D550FBAE}" sibTransId="{6FF91B0C-4A5B-4CB1-A999-A64E3FBCA6BC}"/>
    <dgm:cxn modelId="{B81D85AB-B8A5-4941-902F-AA631E21D116}" type="presOf" srcId="{6D009D42-AE17-4FB3-8B39-1DD5F2CE582C}" destId="{E069F44A-2DE5-46A2-8A45-DA433B7B16D9}" srcOrd="0" destOrd="5" presId="urn:microsoft.com/office/officeart/2005/8/layout/vList2"/>
    <dgm:cxn modelId="{0B176AAF-9B6D-4650-8C04-2D9B74267015}" type="presOf" srcId="{B0F7FDA0-7C8E-4EDD-B5BC-11B03C9C1A0C}" destId="{E069F44A-2DE5-46A2-8A45-DA433B7B16D9}" srcOrd="0" destOrd="1" presId="urn:microsoft.com/office/officeart/2005/8/layout/vList2"/>
    <dgm:cxn modelId="{11A0FDC9-D85A-4152-B931-26E4724B32B2}" srcId="{C1A03F71-BAAB-4283-9A07-8BE81BBF9B80}" destId="{9F59F0F2-573E-47FA-993E-04AE9BEF6B34}" srcOrd="3" destOrd="0" parTransId="{4D6B4669-BF06-4132-B4C3-268EF15D75D1}" sibTransId="{C5F37C1B-D5DC-4335-B75C-9A9CFEB554C9}"/>
    <dgm:cxn modelId="{DD686DCB-A998-4B69-A478-5B23E61CB4D1}" srcId="{C1A03F71-BAAB-4283-9A07-8BE81BBF9B80}" destId="{6947A27D-16C6-4CE2-874F-E193223E6F23}" srcOrd="0" destOrd="0" parTransId="{A002FA43-15CD-4331-B31F-D05544A85BFB}" sibTransId="{3706DC9C-9286-4AF3-A69C-AC7757586CD4}"/>
    <dgm:cxn modelId="{814777F6-49A8-48B1-877A-A52C699A6D52}" type="presOf" srcId="{7F6178C7-6E2C-41C8-984C-3931D8ABEE66}" destId="{6DE8A068-E0DB-4B3C-9DD0-F6CA855BCE0D}" srcOrd="0" destOrd="0" presId="urn:microsoft.com/office/officeart/2005/8/layout/vList2"/>
    <dgm:cxn modelId="{E467D481-7252-474B-BAB9-D5D8BAFABFD8}" type="presParOf" srcId="{6DE8A068-E0DB-4B3C-9DD0-F6CA855BCE0D}" destId="{1CC7ED1B-E03D-4360-AB7B-AB1FC396DD96}" srcOrd="0" destOrd="0" presId="urn:microsoft.com/office/officeart/2005/8/layout/vList2"/>
    <dgm:cxn modelId="{CC82DD45-5CC0-40CE-9F31-7697D5477E78}" type="presParOf" srcId="{6DE8A068-E0DB-4B3C-9DD0-F6CA855BCE0D}" destId="{E069F44A-2DE5-46A2-8A45-DA433B7B16D9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C7ED1B-E03D-4360-AB7B-AB1FC396DD96}">
      <dsp:nvSpPr>
        <dsp:cNvPr id="0" name=""/>
        <dsp:cNvSpPr/>
      </dsp:nvSpPr>
      <dsp:spPr>
        <a:xfrm>
          <a:off x="0" y="121808"/>
          <a:ext cx="7198519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kern="1200"/>
            <a:t>Цели исследования</a:t>
          </a:r>
        </a:p>
      </dsp:txBody>
      <dsp:txXfrm>
        <a:off x="42151" y="163959"/>
        <a:ext cx="7114217" cy="779158"/>
      </dsp:txXfrm>
    </dsp:sp>
    <dsp:sp modelId="{E069F44A-2DE5-46A2-8A45-DA433B7B16D9}">
      <dsp:nvSpPr>
        <dsp:cNvPr id="0" name=""/>
        <dsp:cNvSpPr/>
      </dsp:nvSpPr>
      <dsp:spPr>
        <a:xfrm>
          <a:off x="0" y="985268"/>
          <a:ext cx="7198519" cy="2906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553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800" kern="1200" dirty="0"/>
            <a:t>Выявить причины роста транзакций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800" kern="1200"/>
            <a:t>Проанализировать нагрузку на серверы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800" kern="1200"/>
            <a:t>Оценить влияние касс самообслуживания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800" kern="1200"/>
            <a:t>Изучить последствия технических сбоев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800" kern="1200"/>
            <a:t>Рассчитать эффект маркетинговой акции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800" kern="1200"/>
            <a:t>Оценить программу лояльности</a:t>
          </a:r>
        </a:p>
      </dsp:txBody>
      <dsp:txXfrm>
        <a:off x="0" y="985268"/>
        <a:ext cx="7198519" cy="29062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C7ED1B-E03D-4360-AB7B-AB1FC396DD96}">
      <dsp:nvSpPr>
        <dsp:cNvPr id="0" name=""/>
        <dsp:cNvSpPr/>
      </dsp:nvSpPr>
      <dsp:spPr>
        <a:xfrm>
          <a:off x="0" y="75552"/>
          <a:ext cx="7633098" cy="839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kern="1200" dirty="0"/>
            <a:t>Основные результаты</a:t>
          </a:r>
        </a:p>
      </dsp:txBody>
      <dsp:txXfrm>
        <a:off x="40980" y="116532"/>
        <a:ext cx="7551138" cy="757514"/>
      </dsp:txXfrm>
    </dsp:sp>
    <dsp:sp modelId="{E069F44A-2DE5-46A2-8A45-DA433B7B16D9}">
      <dsp:nvSpPr>
        <dsp:cNvPr id="0" name=""/>
        <dsp:cNvSpPr/>
      </dsp:nvSpPr>
      <dsp:spPr>
        <a:xfrm>
          <a:off x="0" y="915027"/>
          <a:ext cx="7633098" cy="3187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2351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700" kern="1200" dirty="0"/>
            <a:t>Найдены причины роста транзакций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700" kern="1200" dirty="0"/>
            <a:t>Предложена оптимизация серверной нагрузки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700" kern="1200" dirty="0"/>
            <a:t>Подтверждено влияние транзакций</a:t>
          </a:r>
          <a:endParaRPr lang="en-US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700" kern="1200" dirty="0"/>
            <a:t>Оценены последствия сбоев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700" kern="1200" dirty="0"/>
            <a:t>Подтверждена эффективность акции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700" kern="1200" dirty="0"/>
            <a:t>Предложены изменения программы лояльности</a:t>
          </a:r>
        </a:p>
      </dsp:txBody>
      <dsp:txXfrm>
        <a:off x="0" y="915027"/>
        <a:ext cx="7633098" cy="3187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42966-508C-4EA2-94B8-D2F104581133}" type="datetimeFigureOut">
              <a:rPr lang="ru-RU" smtClean="0"/>
              <a:t>19.06.2026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5B4960-BE97-4477-808C-0A9A942D2E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1292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B4960-BE97-4477-808C-0A9A942D2E61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8039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B4960-BE97-4477-808C-0A9A942D2E61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8795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B4960-BE97-4477-808C-0A9A942D2E61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5241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B4960-BE97-4477-808C-0A9A942D2E61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31545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B4960-BE97-4477-808C-0A9A942D2E61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34329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B4960-BE97-4477-808C-0A9A942D2E61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7094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B4960-BE97-4477-808C-0A9A942D2E61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4524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b="0" i="0" dirty="0">
              <a:solidFill>
                <a:srgbClr val="242D34"/>
              </a:solidFill>
              <a:effectLst/>
              <a:latin typeface="StratosSkyeng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B4960-BE97-4477-808C-0A9A942D2E61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7180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i="0" dirty="0">
                <a:solidFill>
                  <a:srgbClr val="242D34"/>
                </a:solidFill>
                <a:effectLst/>
                <a:latin typeface="StratosSkyeng"/>
              </a:rPr>
              <a:t>Проведя анализ эффективности маркетинговой акции проведенной 7 сентября, можно сказать следующее: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В этот день наблюдается увеличение среднего чека. Так же мы видим, что транзакций больше 06.09, а не 07.09. Хоть транзакций не увеличилось, однако средняя выручка достигла больше 19 000 рублей.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 </a:t>
            </a:r>
            <a:r>
              <a:rPr lang="ru-RU" sz="1200" dirty="0" err="1"/>
              <a:t>Аплифт</a:t>
            </a:r>
            <a:r>
              <a:rPr lang="ru-RU" sz="1200" dirty="0"/>
              <a:t> среднего чека </a:t>
            </a:r>
            <a:r>
              <a:rPr lang="ru-RU" sz="1200" dirty="0" err="1"/>
              <a:t>соствялет</a:t>
            </a:r>
            <a:r>
              <a:rPr lang="ru-RU" sz="1200" dirty="0"/>
              <a:t> 1 484,48 руб.,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i="0" dirty="0">
                <a:solidFill>
                  <a:srgbClr val="242D34"/>
                </a:solidFill>
                <a:effectLst/>
                <a:latin typeface="StratosSkyeng"/>
              </a:rPr>
              <a:t>Прибыль компании от проведенной акции составляет 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2 650 997,14 ₽ .</a:t>
            </a:r>
            <a:endParaRPr lang="ru-RU" b="0" i="0" dirty="0">
              <a:solidFill>
                <a:srgbClr val="242D34"/>
              </a:solidFill>
              <a:effectLst/>
              <a:latin typeface="StratosSkyeng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B4960-BE97-4477-808C-0A9A942D2E61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44701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b="0" i="0" dirty="0">
              <a:solidFill>
                <a:srgbClr val="242D34"/>
              </a:solidFill>
              <a:effectLst/>
              <a:latin typeface="StratosSkyeng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B4960-BE97-4477-808C-0A9A942D2E61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76731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 конце был создан параметризованный </a:t>
            </a:r>
            <a:r>
              <a:rPr lang="ru-RU" dirty="0" err="1"/>
              <a:t>дашборд</a:t>
            </a:r>
            <a:r>
              <a:rPr lang="ru-RU" dirty="0"/>
              <a:t> для наглядности данных.</a:t>
            </a:r>
          </a:p>
          <a:p>
            <a:r>
              <a:rPr lang="ru-RU" dirty="0"/>
              <a:t>В нем можно менять необходимые для бизнеса данные в двух таблицах, которые влияют на получаемый результат в графиках.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B4960-BE97-4477-808C-0A9A942D2E61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58881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B4960-BE97-4477-808C-0A9A942D2E61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09201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B4960-BE97-4477-808C-0A9A942D2E61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888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7BED95-B2F0-422C-B3CD-DFE9C6450C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FA58E18-99C8-46EF-AD7C-A982B0A287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778664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6486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6F4496-5D7A-41C4-98CF-EABF99D8C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/>
          <a:lstStyle/>
          <a:p>
            <a:r>
              <a:rPr lang="ru-RU" sz="4400" dirty="0"/>
              <a:t>Анализ операционной деятельности розничной сети </a:t>
            </a:r>
            <a:r>
              <a:rPr lang="en-US" sz="4400" b="0" i="0" dirty="0" err="1">
                <a:solidFill>
                  <a:srgbClr val="0F1119"/>
                </a:solidFill>
                <a:effectLst/>
              </a:rPr>
              <a:t>SkyCrossroads</a:t>
            </a:r>
            <a:endParaRPr lang="ru-RU" sz="44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F4980B6-079F-4B37-89DD-93590C9C3F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Результаты анализа за период 1–7 сентября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12900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Схема 6">
            <a:extLst>
              <a:ext uri="{FF2B5EF4-FFF2-40B4-BE49-F238E27FC236}">
                <a16:creationId xmlns:a16="http://schemas.microsoft.com/office/drawing/2014/main" id="{57B82F1F-00A8-435E-8714-1FDCB76EB1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337148"/>
              </p:ext>
            </p:extLst>
          </p:nvPr>
        </p:nvGraphicFramePr>
        <p:xfrm>
          <a:off x="2496740" y="1422321"/>
          <a:ext cx="7198519" cy="4013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96153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D75C957-CFA0-4D0F-AA9B-9783F98BA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71501"/>
            <a:ext cx="9144000" cy="495299"/>
          </a:xfrm>
        </p:spPr>
        <p:txBody>
          <a:bodyPr/>
          <a:lstStyle/>
          <a:p>
            <a:pPr algn="just">
              <a:defRPr sz="2400" b="1"/>
            </a:pPr>
            <a:r>
              <a:rPr lang="ru-RU" sz="2000" dirty="0"/>
              <a:t>Рост транзакций по торговым точкам </a:t>
            </a:r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C1001540-39AB-4C06-9B0E-ED0C89B251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6785952"/>
              </p:ext>
            </p:extLst>
          </p:nvPr>
        </p:nvGraphicFramePr>
        <p:xfrm>
          <a:off x="2723397" y="1149350"/>
          <a:ext cx="6745206" cy="45592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D4CAEA3-C15B-4C3A-B720-1271C7425817}"/>
              </a:ext>
            </a:extLst>
          </p:cNvPr>
          <p:cNvSpPr txBox="1"/>
          <p:nvPr/>
        </p:nvSpPr>
        <p:spPr>
          <a:xfrm>
            <a:off x="1524000" y="5708649"/>
            <a:ext cx="812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Новая торговая точка обеспечила основной прирост операций.</a:t>
            </a:r>
          </a:p>
        </p:txBody>
      </p:sp>
    </p:spTree>
    <p:extLst>
      <p:ext uri="{BB962C8B-B14F-4D97-AF65-F5344CB8AC3E}">
        <p14:creationId xmlns:p14="http://schemas.microsoft.com/office/powerpoint/2010/main" val="2630535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D75C957-CFA0-4D0F-AA9B-9783F98BA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71501"/>
            <a:ext cx="9144000" cy="717550"/>
          </a:xfrm>
        </p:spPr>
        <p:txBody>
          <a:bodyPr/>
          <a:lstStyle/>
          <a:p>
            <a:pPr algn="just">
              <a:defRPr sz="2400" b="1"/>
            </a:pPr>
            <a:r>
              <a:rPr lang="ru-RU" sz="2000" dirty="0"/>
              <a:t>Нагрузка на серверы</a:t>
            </a:r>
          </a:p>
          <a:p>
            <a:pPr algn="just">
              <a:defRPr sz="1800"/>
            </a:pPr>
            <a:r>
              <a:rPr lang="ru-RU" sz="1800" dirty="0"/>
              <a:t>Сервер №3 превысил критическую нагрузку 200%.</a:t>
            </a:r>
          </a:p>
        </p:txBody>
      </p:sp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926C6865-021F-4E51-8D9E-39E02A098D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368237"/>
              </p:ext>
            </p:extLst>
          </p:nvPr>
        </p:nvGraphicFramePr>
        <p:xfrm>
          <a:off x="3668485" y="1594757"/>
          <a:ext cx="4855029" cy="36684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39834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D75C957-CFA0-4D0F-AA9B-9783F98BA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12825"/>
            <a:ext cx="9144000" cy="717550"/>
          </a:xfrm>
        </p:spPr>
        <p:txBody>
          <a:bodyPr/>
          <a:lstStyle/>
          <a:p>
            <a:pPr algn="just"/>
            <a:r>
              <a:rPr lang="ru-RU" sz="1800" dirty="0"/>
              <a:t>Было предложено перенести ТТ «Ракетный б-р, 14к1» на сервер №1.</a:t>
            </a:r>
          </a:p>
          <a:p>
            <a:pPr algn="just"/>
            <a:r>
              <a:rPr lang="ru-RU" sz="1800" dirty="0"/>
              <a:t>Перераспределение нагрузки снизило риск перегрузки до уровня &lt;180%.</a:t>
            </a:r>
          </a:p>
          <a:p>
            <a:pPr algn="just"/>
            <a:endParaRPr lang="ru-RU" sz="1800" dirty="0"/>
          </a:p>
          <a:p>
            <a:pPr algn="just"/>
            <a:endParaRPr lang="ru-RU" sz="1800" dirty="0"/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961E3A1F-0392-4F0E-BD3E-CD7803AB47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362560"/>
              </p:ext>
            </p:extLst>
          </p:nvPr>
        </p:nvGraphicFramePr>
        <p:xfrm>
          <a:off x="3481048" y="2209800"/>
          <a:ext cx="5229904" cy="3635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8282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D75C957-CFA0-4D0F-AA9B-9783F98BA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71501"/>
            <a:ext cx="9144000" cy="717550"/>
          </a:xfrm>
        </p:spPr>
        <p:txBody>
          <a:bodyPr/>
          <a:lstStyle/>
          <a:p>
            <a:pPr algn="just">
              <a:defRPr sz="2400" b="1"/>
            </a:pPr>
            <a:r>
              <a:rPr lang="ru-RU" sz="2000" dirty="0"/>
              <a:t>Доля операций на кассах самообслуживания</a:t>
            </a:r>
          </a:p>
          <a:p>
            <a:pPr algn="just">
              <a:defRPr sz="2400" b="1"/>
            </a:pPr>
            <a:r>
              <a:rPr lang="ru-RU" sz="1800" dirty="0"/>
              <a:t>Средняя длительность транзакции:</a:t>
            </a:r>
          </a:p>
          <a:p>
            <a:pPr algn="just"/>
            <a:r>
              <a:rPr lang="ru-RU" sz="1800" dirty="0"/>
              <a:t>Обычные кассы — 70,7 сек</a:t>
            </a:r>
          </a:p>
          <a:p>
            <a:pPr algn="just"/>
            <a:r>
              <a:rPr lang="ru-RU" sz="1800" dirty="0"/>
              <a:t>Самообслуживание — 154,6 сек</a:t>
            </a:r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C0FD8441-2854-4DCC-B4B3-F4746A7E83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6533029"/>
              </p:ext>
            </p:extLst>
          </p:nvPr>
        </p:nvGraphicFramePr>
        <p:xfrm>
          <a:off x="2791618" y="2196463"/>
          <a:ext cx="6608764" cy="3607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1B72625-3FE6-499D-B9FD-853479808227}"/>
              </a:ext>
            </a:extLst>
          </p:cNvPr>
          <p:cNvSpPr txBox="1"/>
          <p:nvPr/>
        </p:nvSpPr>
        <p:spPr>
          <a:xfrm>
            <a:off x="1524000" y="58038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Доля самообслуживания выросла до 36%.</a:t>
            </a:r>
          </a:p>
        </p:txBody>
      </p:sp>
    </p:spTree>
    <p:extLst>
      <p:ext uri="{BB962C8B-B14F-4D97-AF65-F5344CB8AC3E}">
        <p14:creationId xmlns:p14="http://schemas.microsoft.com/office/powerpoint/2010/main" val="2934668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D75C957-CFA0-4D0F-AA9B-9783F98BA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761548"/>
            <a:ext cx="9144000" cy="717550"/>
          </a:xfrm>
        </p:spPr>
        <p:txBody>
          <a:bodyPr/>
          <a:lstStyle/>
          <a:p>
            <a:pPr algn="just">
              <a:defRPr sz="2400" b="1"/>
            </a:pPr>
            <a:r>
              <a:rPr lang="ru-RU" sz="2000" dirty="0"/>
              <a:t>1 сентября зафиксирована аномально высокая длительность операций.</a:t>
            </a:r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086CAF3D-1C47-460F-8F67-2EE4FDFEC0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8520724"/>
              </p:ext>
            </p:extLst>
          </p:nvPr>
        </p:nvGraphicFramePr>
        <p:xfrm>
          <a:off x="2676523" y="1479098"/>
          <a:ext cx="6838951" cy="39261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385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D75C957-CFA0-4D0F-AA9B-9783F98BA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94135"/>
            <a:ext cx="9144000" cy="717550"/>
          </a:xfrm>
        </p:spPr>
        <p:txBody>
          <a:bodyPr/>
          <a:lstStyle/>
          <a:p>
            <a:pPr algn="just">
              <a:defRPr sz="1800"/>
            </a:pPr>
            <a:r>
              <a:rPr lang="ru-RU" sz="2000" dirty="0"/>
              <a:t>Основные причины:</a:t>
            </a:r>
          </a:p>
          <a:p>
            <a:pPr algn="just"/>
            <a:r>
              <a:rPr lang="ru-RU" sz="2000" dirty="0"/>
              <a:t>• </a:t>
            </a:r>
            <a:r>
              <a:rPr lang="ru-RU" sz="1800" dirty="0"/>
              <a:t>Сетевые сбои</a:t>
            </a:r>
          </a:p>
          <a:p>
            <a:pPr algn="just"/>
            <a:r>
              <a:rPr lang="ru-RU" sz="1800" dirty="0"/>
              <a:t>• Перевод на резервный сервер</a:t>
            </a:r>
          </a:p>
          <a:p>
            <a:pPr algn="just"/>
            <a:r>
              <a:rPr lang="ru-RU" sz="1800" dirty="0"/>
              <a:t>• Проведение скидочной акции</a:t>
            </a:r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5407CCB1-A5D7-48A6-867A-3F1335E089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5749347"/>
              </p:ext>
            </p:extLst>
          </p:nvPr>
        </p:nvGraphicFramePr>
        <p:xfrm>
          <a:off x="580571" y="2448461"/>
          <a:ext cx="6023429" cy="40854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3C2A2D80-F560-4F88-B267-67F3B15BCD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9477785"/>
              </p:ext>
            </p:extLst>
          </p:nvPr>
        </p:nvGraphicFramePr>
        <p:xfrm>
          <a:off x="6604000" y="2986144"/>
          <a:ext cx="5154428" cy="30100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54063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D75C957-CFA0-4D0F-AA9B-9783F98BA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71501"/>
            <a:ext cx="9144000" cy="717550"/>
          </a:xfrm>
        </p:spPr>
        <p:txBody>
          <a:bodyPr/>
          <a:lstStyle/>
          <a:p>
            <a:pPr algn="just"/>
            <a:r>
              <a:rPr lang="ru-RU" sz="2000" b="1" dirty="0"/>
              <a:t>Влияние технических сбоев</a:t>
            </a:r>
            <a:endParaRPr lang="ru-RU" sz="20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just">
              <a:defRPr sz="1800"/>
            </a:pPr>
            <a:r>
              <a:rPr lang="ru-RU" sz="1800" dirty="0"/>
              <a:t>Сбой сервера №2 увеличил время обработки на 69%.</a:t>
            </a:r>
            <a:endParaRPr lang="ru-RU" sz="2000" dirty="0"/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DA6D828B-F153-46EF-A57D-9513892364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8643671"/>
              </p:ext>
            </p:extLst>
          </p:nvPr>
        </p:nvGraphicFramePr>
        <p:xfrm>
          <a:off x="2844800" y="1563688"/>
          <a:ext cx="6343879" cy="41894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2751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D75C957-CFA0-4D0F-AA9B-9783F98BA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71501"/>
            <a:ext cx="9144000" cy="717550"/>
          </a:xfrm>
        </p:spPr>
        <p:txBody>
          <a:bodyPr/>
          <a:lstStyle/>
          <a:p>
            <a:pPr algn="just">
              <a:defRPr sz="2400" b="1"/>
            </a:pPr>
            <a:r>
              <a:rPr lang="ru-RU" sz="2000" dirty="0"/>
              <a:t>Маркетинговая акция</a:t>
            </a:r>
          </a:p>
          <a:p>
            <a:pPr algn="just">
              <a:defRPr sz="1800"/>
            </a:pPr>
            <a:r>
              <a:rPr lang="ru-RU" sz="1800" dirty="0"/>
              <a:t>Дополнительная прибыль от акции составила 2,65 млн ₽.</a:t>
            </a:r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8F53B0DE-4945-4637-A654-DD02DE5E71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4139752"/>
              </p:ext>
            </p:extLst>
          </p:nvPr>
        </p:nvGraphicFramePr>
        <p:xfrm>
          <a:off x="2818199" y="1714500"/>
          <a:ext cx="6555602" cy="42925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87423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D75C957-CFA0-4D0F-AA9B-9783F98BA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71501"/>
            <a:ext cx="9144000" cy="717550"/>
          </a:xfrm>
        </p:spPr>
        <p:txBody>
          <a:bodyPr/>
          <a:lstStyle/>
          <a:p>
            <a:pPr algn="just">
              <a:defRPr sz="2400" b="1"/>
            </a:pPr>
            <a:r>
              <a:rPr lang="ru-RU" sz="2000" dirty="0"/>
              <a:t>Программа лояльности</a:t>
            </a:r>
          </a:p>
          <a:p>
            <a:pPr algn="just">
              <a:defRPr sz="1800"/>
            </a:pPr>
            <a:r>
              <a:rPr lang="ru-RU" sz="1800" dirty="0"/>
              <a:t>Снижение скидок уменьшит расходы программы лояльности.</a:t>
            </a:r>
            <a:endParaRPr lang="ru-RU" sz="2800" dirty="0"/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B045FCDA-A9A0-4970-BCCC-E8775A76A1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1697810"/>
              </p:ext>
            </p:extLst>
          </p:nvPr>
        </p:nvGraphicFramePr>
        <p:xfrm>
          <a:off x="2711705" y="1409700"/>
          <a:ext cx="6768589" cy="4622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241564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BBEB06D5-82FE-43F3-A5F1-C7C84C8D6429}"/>
              </a:ext>
            </a:extLst>
          </p:cNvPr>
          <p:cNvSpPr txBox="1">
            <a:spLocks/>
          </p:cNvSpPr>
          <p:nvPr/>
        </p:nvSpPr>
        <p:spPr>
          <a:xfrm>
            <a:off x="1524000" y="571501"/>
            <a:ext cx="9144000" cy="71755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2000" b="1" dirty="0" err="1"/>
              <a:t>Дашборд</a:t>
            </a:r>
            <a:r>
              <a:rPr lang="ru-RU" sz="1600" dirty="0"/>
              <a:t> </a:t>
            </a:r>
          </a:p>
          <a:p>
            <a:pPr algn="just">
              <a:defRPr sz="1800"/>
            </a:pPr>
            <a:r>
              <a:rPr lang="ru-RU" sz="1800" dirty="0"/>
              <a:t>Разработан интерактивный </a:t>
            </a:r>
            <a:r>
              <a:rPr lang="ru-RU" sz="1800" dirty="0" err="1"/>
              <a:t>дашборд</a:t>
            </a:r>
            <a:r>
              <a:rPr lang="ru-RU" sz="1800" dirty="0"/>
              <a:t> для:</a:t>
            </a:r>
          </a:p>
          <a:p>
            <a:pPr algn="just"/>
            <a:r>
              <a:rPr lang="ru-RU" sz="1800" dirty="0"/>
              <a:t>• Контроля транзакций</a:t>
            </a:r>
          </a:p>
          <a:p>
            <a:pPr algn="just"/>
            <a:r>
              <a:rPr lang="ru-RU" sz="1800" dirty="0"/>
              <a:t>• Анализа прибыли по ТТ</a:t>
            </a:r>
          </a:p>
          <a:p>
            <a:pPr algn="just"/>
            <a:r>
              <a:rPr lang="ru-RU" sz="1800" dirty="0"/>
              <a:t>• Мониторинга платежных систем</a:t>
            </a:r>
          </a:p>
          <a:p>
            <a:pPr algn="just"/>
            <a:r>
              <a:rPr lang="ru-RU" sz="1800" dirty="0"/>
              <a:t>• Поддержки управленческих решений</a:t>
            </a:r>
          </a:p>
          <a:p>
            <a:pPr algn="just"/>
            <a:endParaRPr lang="ru-RU" sz="1800" dirty="0"/>
          </a:p>
          <a:p>
            <a:pPr algn="just"/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509342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F63D0E8-130B-433C-837B-C54C3BB07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473" y="1260476"/>
            <a:ext cx="10309053" cy="4831369"/>
          </a:xfrm>
          <a:prstGeom prst="rect">
            <a:avLst/>
          </a:prstGeom>
        </p:spPr>
      </p:pic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BBEB06D5-82FE-43F3-A5F1-C7C84C8D6429}"/>
              </a:ext>
            </a:extLst>
          </p:cNvPr>
          <p:cNvSpPr txBox="1">
            <a:spLocks/>
          </p:cNvSpPr>
          <p:nvPr/>
        </p:nvSpPr>
        <p:spPr>
          <a:xfrm>
            <a:off x="1524000" y="485776"/>
            <a:ext cx="9144000" cy="71755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ru-RU" sz="2000" dirty="0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1A9E78B4-8E06-4755-816D-D0737C157F1A}"/>
              </a:ext>
            </a:extLst>
          </p:cNvPr>
          <p:cNvSpPr txBox="1">
            <a:spLocks/>
          </p:cNvSpPr>
          <p:nvPr/>
        </p:nvSpPr>
        <p:spPr>
          <a:xfrm>
            <a:off x="1524000" y="766155"/>
            <a:ext cx="9144000" cy="71755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 sz="1800"/>
            </a:pPr>
            <a:r>
              <a:rPr lang="ru-RU" sz="2000" b="1" dirty="0"/>
              <a:t>Внешний вид </a:t>
            </a:r>
            <a:r>
              <a:rPr lang="ru-RU" sz="2000" b="1" dirty="0" err="1"/>
              <a:t>дашборда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318083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Схема 6">
            <a:extLst>
              <a:ext uri="{FF2B5EF4-FFF2-40B4-BE49-F238E27FC236}">
                <a16:creationId xmlns:a16="http://schemas.microsoft.com/office/drawing/2014/main" id="{57B82F1F-00A8-435E-8714-1FDCB76EB1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6099161"/>
              </p:ext>
            </p:extLst>
          </p:nvPr>
        </p:nvGraphicFramePr>
        <p:xfrm>
          <a:off x="2279451" y="1339810"/>
          <a:ext cx="7633098" cy="41783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9489033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1445</TotalTime>
  <Words>463</Words>
  <Application>Microsoft Office PowerPoint</Application>
  <PresentationFormat>Широкоэкранный</PresentationFormat>
  <Paragraphs>104</Paragraphs>
  <Slides>14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StratosSkyeng</vt:lpstr>
      <vt:lpstr>Тема Office</vt:lpstr>
      <vt:lpstr>Анализ операционной деятельности розничной сети SkyCrossroads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операционной деятельности розничной сети SkyCrossroads</dc:title>
  <dc:creator>Анастасия Коваленко</dc:creator>
  <cp:lastModifiedBy>Анастасия Коваленко</cp:lastModifiedBy>
  <cp:revision>29</cp:revision>
  <dcterms:created xsi:type="dcterms:W3CDTF">2026-06-16T08:11:59Z</dcterms:created>
  <dcterms:modified xsi:type="dcterms:W3CDTF">2026-06-19T19:29:28Z</dcterms:modified>
</cp:coreProperties>
</file>